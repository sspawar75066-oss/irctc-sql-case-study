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3"/>
  </p:notesMasterIdLst>
  <p:sldIdLst>
    <p:sldId id="256" r:id="rId2"/>
    <p:sldId id="257" r:id="rId3"/>
    <p:sldId id="258" r:id="rId4"/>
    <p:sldId id="259" r:id="rId5"/>
    <p:sldId id="265" r:id="rId6"/>
    <p:sldId id="260" r:id="rId7"/>
    <p:sldId id="261" r:id="rId8"/>
    <p:sldId id="262" r:id="rId9"/>
    <p:sldId id="263" r:id="rId10"/>
    <p:sldId id="264"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B16DB3"/>
    <a:srgbClr val="F117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24FC19-6CF5-4819-B7A0-AD76E0A8B7B0}" v="566" dt="2025-09-25T11:31:12.8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447" autoAdjust="0"/>
  </p:normalViewPr>
  <p:slideViewPr>
    <p:cSldViewPr snapToGrid="0">
      <p:cViewPr>
        <p:scale>
          <a:sx n="60" d="100"/>
          <a:sy n="60" d="100"/>
        </p:scale>
        <p:origin x="908"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ship112233@gmail.com" userId="a5a064feb217c167" providerId="LiveId" clId="{EE91CD01-D16E-4B93-BA07-86AC1B9FE764}"/>
    <pc:docChg chg="undo custSel modSld">
      <pc:chgData name="sakship112233@gmail.com" userId="a5a064feb217c167" providerId="LiveId" clId="{EE91CD01-D16E-4B93-BA07-86AC1B9FE764}" dt="2025-09-25T11:31:12.829" v="1142" actId="255"/>
      <pc:docMkLst>
        <pc:docMk/>
      </pc:docMkLst>
      <pc:sldChg chg="addSp delSp modSp mod modTransition">
        <pc:chgData name="sakship112233@gmail.com" userId="a5a064feb217c167" providerId="LiveId" clId="{EE91CD01-D16E-4B93-BA07-86AC1B9FE764}" dt="2025-09-25T10:56:18.607" v="1064"/>
        <pc:sldMkLst>
          <pc:docMk/>
          <pc:sldMk cId="3239584536" sldId="256"/>
        </pc:sldMkLst>
        <pc:spChg chg="mod">
          <ac:chgData name="sakship112233@gmail.com" userId="a5a064feb217c167" providerId="LiveId" clId="{EE91CD01-D16E-4B93-BA07-86AC1B9FE764}" dt="2025-09-25T04:39:50.396" v="12"/>
          <ac:spMkLst>
            <pc:docMk/>
            <pc:sldMk cId="3239584536" sldId="256"/>
            <ac:spMk id="3" creationId="{97720A97-25FE-9701-F688-8642918CB021}"/>
          </ac:spMkLst>
        </pc:spChg>
        <pc:spChg chg="del mod">
          <ac:chgData name="sakship112233@gmail.com" userId="a5a064feb217c167" providerId="LiveId" clId="{EE91CD01-D16E-4B93-BA07-86AC1B9FE764}" dt="2025-09-25T04:47:14.908" v="52" actId="478"/>
          <ac:spMkLst>
            <pc:docMk/>
            <pc:sldMk cId="3239584536" sldId="256"/>
            <ac:spMk id="6" creationId="{3B39A942-982B-18AE-AC16-D74CF347A92A}"/>
          </ac:spMkLst>
        </pc:spChg>
        <pc:spChg chg="mod">
          <ac:chgData name="sakship112233@gmail.com" userId="a5a064feb217c167" providerId="LiveId" clId="{EE91CD01-D16E-4B93-BA07-86AC1B9FE764}" dt="2025-09-25T06:41:00.030" v="343" actId="14100"/>
          <ac:spMkLst>
            <pc:docMk/>
            <pc:sldMk cId="3239584536" sldId="256"/>
            <ac:spMk id="9" creationId="{BB7A4CF1-5C7B-7312-1999-4E2760F15131}"/>
          </ac:spMkLst>
        </pc:spChg>
        <pc:spChg chg="mod">
          <ac:chgData name="sakship112233@gmail.com" userId="a5a064feb217c167" providerId="LiveId" clId="{EE91CD01-D16E-4B93-BA07-86AC1B9FE764}" dt="2025-09-25T04:54:56.672" v="195" actId="14100"/>
          <ac:spMkLst>
            <pc:docMk/>
            <pc:sldMk cId="3239584536" sldId="256"/>
            <ac:spMk id="10" creationId="{7B0259F2-6B2C-D766-5B95-50D1F3203917}"/>
          </ac:spMkLst>
        </pc:spChg>
        <pc:spChg chg="add del mod">
          <ac:chgData name="sakship112233@gmail.com" userId="a5a064feb217c167" providerId="LiveId" clId="{EE91CD01-D16E-4B93-BA07-86AC1B9FE764}" dt="2025-09-25T04:50:04.533" v="72"/>
          <ac:spMkLst>
            <pc:docMk/>
            <pc:sldMk cId="3239584536" sldId="256"/>
            <ac:spMk id="15" creationId="{4052C57F-AF28-66EC-3E29-8C3ED639B89C}"/>
          </ac:spMkLst>
        </pc:spChg>
        <pc:spChg chg="add del mod">
          <ac:chgData name="sakship112233@gmail.com" userId="a5a064feb217c167" providerId="LiveId" clId="{EE91CD01-D16E-4B93-BA07-86AC1B9FE764}" dt="2025-09-25T04:53:09.419" v="137" actId="478"/>
          <ac:spMkLst>
            <pc:docMk/>
            <pc:sldMk cId="3239584536" sldId="256"/>
            <ac:spMk id="16" creationId="{AFA5F565-EDC6-A5D8-EF93-1345DA3157A9}"/>
          </ac:spMkLst>
        </pc:spChg>
        <pc:spChg chg="add mod">
          <ac:chgData name="sakship112233@gmail.com" userId="a5a064feb217c167" providerId="LiveId" clId="{EE91CD01-D16E-4B93-BA07-86AC1B9FE764}" dt="2025-09-25T04:56:36.652" v="196" actId="14100"/>
          <ac:spMkLst>
            <pc:docMk/>
            <pc:sldMk cId="3239584536" sldId="256"/>
            <ac:spMk id="17" creationId="{3083C478-29F2-8FF5-9B2F-E7717FE6F1BD}"/>
          </ac:spMkLst>
        </pc:spChg>
        <pc:picChg chg="add del mod ord">
          <ac:chgData name="sakship112233@gmail.com" userId="a5a064feb217c167" providerId="LiveId" clId="{EE91CD01-D16E-4B93-BA07-86AC1B9FE764}" dt="2025-09-25T07:34:19.067" v="549" actId="478"/>
          <ac:picMkLst>
            <pc:docMk/>
            <pc:sldMk cId="3239584536" sldId="256"/>
            <ac:picMk id="2" creationId="{08C4C4EE-A61C-7339-FD81-5820256418D4}"/>
          </ac:picMkLst>
        </pc:picChg>
        <pc:picChg chg="add mod">
          <ac:chgData name="sakship112233@gmail.com" userId="a5a064feb217c167" providerId="LiveId" clId="{EE91CD01-D16E-4B93-BA07-86AC1B9FE764}" dt="2025-09-25T04:48:20.003" v="65" actId="14100"/>
          <ac:picMkLst>
            <pc:docMk/>
            <pc:sldMk cId="3239584536" sldId="256"/>
            <ac:picMk id="14" creationId="{C5E082EE-280B-9030-1051-B7C9686CEE86}"/>
          </ac:picMkLst>
        </pc:picChg>
        <pc:picChg chg="add del mod ord">
          <ac:chgData name="sakship112233@gmail.com" userId="a5a064feb217c167" providerId="LiveId" clId="{EE91CD01-D16E-4B93-BA07-86AC1B9FE764}" dt="2025-09-25T05:08:11.549" v="204" actId="478"/>
          <ac:picMkLst>
            <pc:docMk/>
            <pc:sldMk cId="3239584536" sldId="256"/>
            <ac:picMk id="19" creationId="{B4455C91-F032-CC6D-83B1-F50992540F67}"/>
          </ac:picMkLst>
        </pc:picChg>
      </pc:sldChg>
      <pc:sldChg chg="addSp delSp modSp mod modTransition modClrScheme chgLayout">
        <pc:chgData name="sakship112233@gmail.com" userId="a5a064feb217c167" providerId="LiveId" clId="{EE91CD01-D16E-4B93-BA07-86AC1B9FE764}" dt="2025-09-25T10:56:34.080" v="1065"/>
        <pc:sldMkLst>
          <pc:docMk/>
          <pc:sldMk cId="1922044769" sldId="257"/>
        </pc:sldMkLst>
        <pc:spChg chg="mod ord">
          <ac:chgData name="sakship112233@gmail.com" userId="a5a064feb217c167" providerId="LiveId" clId="{EE91CD01-D16E-4B93-BA07-86AC1B9FE764}" dt="2025-09-25T07:11:27.245" v="399" actId="700"/>
          <ac:spMkLst>
            <pc:docMk/>
            <pc:sldMk cId="1922044769" sldId="257"/>
            <ac:spMk id="2" creationId="{F90A1B04-82D9-C25B-B771-F9D3FFDBABDE}"/>
          </ac:spMkLst>
        </pc:spChg>
        <pc:spChg chg="mod ord">
          <ac:chgData name="sakship112233@gmail.com" userId="a5a064feb217c167" providerId="LiveId" clId="{EE91CD01-D16E-4B93-BA07-86AC1B9FE764}" dt="2025-09-25T07:11:27.245" v="399" actId="700"/>
          <ac:spMkLst>
            <pc:docMk/>
            <pc:sldMk cId="1922044769" sldId="257"/>
            <ac:spMk id="3" creationId="{D49CF8DF-64C7-C87B-66D3-5DD762D9EB5F}"/>
          </ac:spMkLst>
        </pc:spChg>
        <pc:picChg chg="add mod ord">
          <ac:chgData name="sakship112233@gmail.com" userId="a5a064feb217c167" providerId="LiveId" clId="{EE91CD01-D16E-4B93-BA07-86AC1B9FE764}" dt="2025-09-25T07:34:04.547" v="548" actId="14100"/>
          <ac:picMkLst>
            <pc:docMk/>
            <pc:sldMk cId="1922044769" sldId="257"/>
            <ac:picMk id="4" creationId="{62A46160-F26A-9D3D-A052-E5C082397D75}"/>
          </ac:picMkLst>
        </pc:picChg>
        <pc:picChg chg="add del mod ord">
          <ac:chgData name="sakship112233@gmail.com" userId="a5a064feb217c167" providerId="LiveId" clId="{EE91CD01-D16E-4B93-BA07-86AC1B9FE764}" dt="2025-09-25T07:13:56.521" v="409" actId="478"/>
          <ac:picMkLst>
            <pc:docMk/>
            <pc:sldMk cId="1922044769" sldId="257"/>
            <ac:picMk id="5" creationId="{D979E1AE-2C6A-F9FB-A8D2-918AB90E0002}"/>
          </ac:picMkLst>
        </pc:picChg>
        <pc:picChg chg="mod">
          <ac:chgData name="sakship112233@gmail.com" userId="a5a064feb217c167" providerId="LiveId" clId="{EE91CD01-D16E-4B93-BA07-86AC1B9FE764}" dt="2025-09-25T05:02:07.921" v="199" actId="1076"/>
          <ac:picMkLst>
            <pc:docMk/>
            <pc:sldMk cId="1922044769" sldId="257"/>
            <ac:picMk id="1026" creationId="{878277C3-800D-B71F-E32A-91CAF89702DE}"/>
          </ac:picMkLst>
        </pc:picChg>
      </pc:sldChg>
      <pc:sldChg chg="addSp delSp modSp mod modTransition modAnim">
        <pc:chgData name="sakship112233@gmail.com" userId="a5a064feb217c167" providerId="LiveId" clId="{EE91CD01-D16E-4B93-BA07-86AC1B9FE764}" dt="2025-09-25T11:05:40.868" v="1117" actId="2711"/>
        <pc:sldMkLst>
          <pc:docMk/>
          <pc:sldMk cId="3397808499" sldId="258"/>
        </pc:sldMkLst>
        <pc:graphicFrameChg chg="mod ord modGraphic">
          <ac:chgData name="sakship112233@gmail.com" userId="a5a064feb217c167" providerId="LiveId" clId="{EE91CD01-D16E-4B93-BA07-86AC1B9FE764}" dt="2025-09-25T11:05:40.868" v="1117" actId="2711"/>
          <ac:graphicFrameMkLst>
            <pc:docMk/>
            <pc:sldMk cId="3397808499" sldId="258"/>
            <ac:graphicFrameMk id="5" creationId="{B0CD169C-3DA8-68A0-E25F-EB4862261690}"/>
          </ac:graphicFrameMkLst>
        </pc:graphicFrameChg>
        <pc:picChg chg="add del mod ord">
          <ac:chgData name="sakship112233@gmail.com" userId="a5a064feb217c167" providerId="LiveId" clId="{EE91CD01-D16E-4B93-BA07-86AC1B9FE764}" dt="2025-09-25T07:14:18.409" v="412" actId="478"/>
          <ac:picMkLst>
            <pc:docMk/>
            <pc:sldMk cId="3397808499" sldId="258"/>
            <ac:picMk id="4" creationId="{145D8E62-CC61-420A-9B72-0A2BDAE35473}"/>
          </ac:picMkLst>
        </pc:picChg>
        <pc:picChg chg="add mod ord">
          <ac:chgData name="sakship112233@gmail.com" userId="a5a064feb217c167" providerId="LiveId" clId="{EE91CD01-D16E-4B93-BA07-86AC1B9FE764}" dt="2025-09-25T07:35:16.350" v="556" actId="14100"/>
          <ac:picMkLst>
            <pc:docMk/>
            <pc:sldMk cId="3397808499" sldId="258"/>
            <ac:picMk id="6" creationId="{3DF588EC-6584-FD3E-3758-E7609386052B}"/>
          </ac:picMkLst>
        </pc:picChg>
      </pc:sldChg>
      <pc:sldChg chg="addSp delSp modSp mod modTransition">
        <pc:chgData name="sakship112233@gmail.com" userId="a5a064feb217c167" providerId="LiveId" clId="{EE91CD01-D16E-4B93-BA07-86AC1B9FE764}" dt="2025-09-25T10:56:41.360" v="1067"/>
        <pc:sldMkLst>
          <pc:docMk/>
          <pc:sldMk cId="788392067" sldId="259"/>
        </pc:sldMkLst>
        <pc:spChg chg="mod">
          <ac:chgData name="sakship112233@gmail.com" userId="a5a064feb217c167" providerId="LiveId" clId="{EE91CD01-D16E-4B93-BA07-86AC1B9FE764}" dt="2025-09-25T07:03:52.137" v="386" actId="255"/>
          <ac:spMkLst>
            <pc:docMk/>
            <pc:sldMk cId="788392067" sldId="259"/>
            <ac:spMk id="2" creationId="{9EE40841-0AEA-9CA2-D46C-FF5502BF34A5}"/>
          </ac:spMkLst>
        </pc:spChg>
        <pc:graphicFrameChg chg="add del mod modGraphic">
          <ac:chgData name="sakship112233@gmail.com" userId="a5a064feb217c167" providerId="LiveId" clId="{EE91CD01-D16E-4B93-BA07-86AC1B9FE764}" dt="2025-09-25T06:16:00.761" v="241" actId="478"/>
          <ac:graphicFrameMkLst>
            <pc:docMk/>
            <pc:sldMk cId="788392067" sldId="259"/>
            <ac:graphicFrameMk id="3" creationId="{05289AFF-F237-6923-FEED-3DDFBAA9A0BD}"/>
          </ac:graphicFrameMkLst>
        </pc:graphicFrameChg>
        <pc:graphicFrameChg chg="mod">
          <ac:chgData name="sakship112233@gmail.com" userId="a5a064feb217c167" providerId="LiveId" clId="{EE91CD01-D16E-4B93-BA07-86AC1B9FE764}" dt="2025-09-25T07:10:42.579" v="395" actId="14100"/>
          <ac:graphicFrameMkLst>
            <pc:docMk/>
            <pc:sldMk cId="788392067" sldId="259"/>
            <ac:graphicFrameMk id="5" creationId="{F2D810B4-2018-E1A6-939A-790BEF0429F1}"/>
          </ac:graphicFrameMkLst>
        </pc:graphicFrameChg>
        <pc:picChg chg="add del mod ord">
          <ac:chgData name="sakship112233@gmail.com" userId="a5a064feb217c167" providerId="LiveId" clId="{EE91CD01-D16E-4B93-BA07-86AC1B9FE764}" dt="2025-09-25T07:27:46.729" v="536" actId="478"/>
          <ac:picMkLst>
            <pc:docMk/>
            <pc:sldMk cId="788392067" sldId="259"/>
            <ac:picMk id="6" creationId="{6B9B2A94-6863-D5E8-1385-B5D0F7E2FD71}"/>
          </ac:picMkLst>
        </pc:picChg>
        <pc:picChg chg="add mod ord">
          <ac:chgData name="sakship112233@gmail.com" userId="a5a064feb217c167" providerId="LiveId" clId="{EE91CD01-D16E-4B93-BA07-86AC1B9FE764}" dt="2025-09-25T07:35:49.645" v="562" actId="14100"/>
          <ac:picMkLst>
            <pc:docMk/>
            <pc:sldMk cId="788392067" sldId="259"/>
            <ac:picMk id="7" creationId="{9AD33165-2BBB-368F-753E-DC4747EFE8AF}"/>
          </ac:picMkLst>
        </pc:picChg>
      </pc:sldChg>
      <pc:sldChg chg="addSp delSp modSp mod modTransition setBg">
        <pc:chgData name="sakship112233@gmail.com" userId="a5a064feb217c167" providerId="LiveId" clId="{EE91CD01-D16E-4B93-BA07-86AC1B9FE764}" dt="2025-09-25T11:31:12.829" v="1142" actId="255"/>
        <pc:sldMkLst>
          <pc:docMk/>
          <pc:sldMk cId="1883827486" sldId="260"/>
        </pc:sldMkLst>
        <pc:spChg chg="mod">
          <ac:chgData name="sakship112233@gmail.com" userId="a5a064feb217c167" providerId="LiveId" clId="{EE91CD01-D16E-4B93-BA07-86AC1B9FE764}" dt="2025-09-25T06:21:45.818" v="289" actId="27636"/>
          <ac:spMkLst>
            <pc:docMk/>
            <pc:sldMk cId="1883827486" sldId="260"/>
            <ac:spMk id="2" creationId="{883D9144-7AF7-95FA-2F6E-34B156509AB2}"/>
          </ac:spMkLst>
        </pc:spChg>
        <pc:graphicFrameChg chg="mod">
          <ac:chgData name="sakship112233@gmail.com" userId="a5a064feb217c167" providerId="LiveId" clId="{EE91CD01-D16E-4B93-BA07-86AC1B9FE764}" dt="2025-09-25T11:31:12.829" v="1142" actId="255"/>
          <ac:graphicFrameMkLst>
            <pc:docMk/>
            <pc:sldMk cId="1883827486" sldId="260"/>
            <ac:graphicFrameMk id="5" creationId="{D0B322FA-FE07-572D-9F96-409B2309ACEF}"/>
          </ac:graphicFrameMkLst>
        </pc:graphicFrameChg>
        <pc:picChg chg="add del mod ord">
          <ac:chgData name="sakship112233@gmail.com" userId="a5a064feb217c167" providerId="LiveId" clId="{EE91CD01-D16E-4B93-BA07-86AC1B9FE764}" dt="2025-09-25T07:36:37.318" v="570" actId="478"/>
          <ac:picMkLst>
            <pc:docMk/>
            <pc:sldMk cId="1883827486" sldId="260"/>
            <ac:picMk id="4" creationId="{EBE7D9BB-8DDC-8B99-BF0B-781C488E5370}"/>
          </ac:picMkLst>
        </pc:picChg>
        <pc:picChg chg="add mod ord">
          <ac:chgData name="sakship112233@gmail.com" userId="a5a064feb217c167" providerId="LiveId" clId="{EE91CD01-D16E-4B93-BA07-86AC1B9FE764}" dt="2025-09-25T09:44:08.722" v="733" actId="167"/>
          <ac:picMkLst>
            <pc:docMk/>
            <pc:sldMk cId="1883827486" sldId="260"/>
            <ac:picMk id="6" creationId="{3D001D3C-F6E3-D11C-00DF-979AEC7249E5}"/>
          </ac:picMkLst>
        </pc:picChg>
        <pc:picChg chg="add del mod">
          <ac:chgData name="sakship112233@gmail.com" userId="a5a064feb217c167" providerId="LiveId" clId="{EE91CD01-D16E-4B93-BA07-86AC1B9FE764}" dt="2025-09-25T07:44:21.034" v="585" actId="478"/>
          <ac:picMkLst>
            <pc:docMk/>
            <pc:sldMk cId="1883827486" sldId="260"/>
            <ac:picMk id="7" creationId="{E7DD02AE-510C-F120-F7B6-1B8126422CA9}"/>
          </ac:picMkLst>
        </pc:picChg>
        <pc:picChg chg="del mod">
          <ac:chgData name="sakship112233@gmail.com" userId="a5a064feb217c167" providerId="LiveId" clId="{EE91CD01-D16E-4B93-BA07-86AC1B9FE764}" dt="2025-09-25T06:25:28.521" v="303" actId="478"/>
          <ac:picMkLst>
            <pc:docMk/>
            <pc:sldMk cId="1883827486" sldId="260"/>
            <ac:picMk id="9" creationId="{6812530D-D74B-8117-22D5-1A6D3787D99B}"/>
          </ac:picMkLst>
        </pc:picChg>
        <pc:picChg chg="add del mod">
          <ac:chgData name="sakship112233@gmail.com" userId="a5a064feb217c167" providerId="LiveId" clId="{EE91CD01-D16E-4B93-BA07-86AC1B9FE764}" dt="2025-09-25T07:45:26.060" v="590" actId="478"/>
          <ac:picMkLst>
            <pc:docMk/>
            <pc:sldMk cId="1883827486" sldId="260"/>
            <ac:picMk id="10" creationId="{1519642D-EFCB-B240-8F35-FA4D4815E4FC}"/>
          </ac:picMkLst>
        </pc:picChg>
        <pc:picChg chg="add mod">
          <ac:chgData name="sakship112233@gmail.com" userId="a5a064feb217c167" providerId="LiveId" clId="{EE91CD01-D16E-4B93-BA07-86AC1B9FE764}" dt="2025-09-25T07:49:11.789" v="610" actId="14861"/>
          <ac:picMkLst>
            <pc:docMk/>
            <pc:sldMk cId="1883827486" sldId="260"/>
            <ac:picMk id="12" creationId="{DC6F563C-95DF-9008-83A5-4ADEE297378E}"/>
          </ac:picMkLst>
        </pc:picChg>
        <pc:picChg chg="add mod">
          <ac:chgData name="sakship112233@gmail.com" userId="a5a064feb217c167" providerId="LiveId" clId="{EE91CD01-D16E-4B93-BA07-86AC1B9FE764}" dt="2025-09-25T07:49:05.745" v="609" actId="14861"/>
          <ac:picMkLst>
            <pc:docMk/>
            <pc:sldMk cId="1883827486" sldId="260"/>
            <ac:picMk id="14" creationId="{1480E3B6-8BE1-F37B-771D-AAE3B7E40BCD}"/>
          </ac:picMkLst>
        </pc:picChg>
        <pc:picChg chg="add mod">
          <ac:chgData name="sakship112233@gmail.com" userId="a5a064feb217c167" providerId="LiveId" clId="{EE91CD01-D16E-4B93-BA07-86AC1B9FE764}" dt="2025-09-25T07:49:21.097" v="612" actId="14861"/>
          <ac:picMkLst>
            <pc:docMk/>
            <pc:sldMk cId="1883827486" sldId="260"/>
            <ac:picMk id="16" creationId="{6C80A5B7-2359-10B2-68C3-4DCE27D7CFCA}"/>
          </ac:picMkLst>
        </pc:picChg>
      </pc:sldChg>
      <pc:sldChg chg="addSp delSp modSp mod modTransition">
        <pc:chgData name="sakship112233@gmail.com" userId="a5a064feb217c167" providerId="LiveId" clId="{EE91CD01-D16E-4B93-BA07-86AC1B9FE764}" dt="2025-09-25T10:56:55.690" v="1070"/>
        <pc:sldMkLst>
          <pc:docMk/>
          <pc:sldMk cId="3306488066" sldId="261"/>
        </pc:sldMkLst>
        <pc:spChg chg="mod">
          <ac:chgData name="sakship112233@gmail.com" userId="a5a064feb217c167" providerId="LiveId" clId="{EE91CD01-D16E-4B93-BA07-86AC1B9FE764}" dt="2025-09-25T04:37:18.266" v="0"/>
          <ac:spMkLst>
            <pc:docMk/>
            <pc:sldMk cId="3306488066" sldId="261"/>
            <ac:spMk id="2" creationId="{6137FE29-6525-67FE-88A0-9E90A83961D1}"/>
          </ac:spMkLst>
        </pc:spChg>
        <pc:spChg chg="add mod">
          <ac:chgData name="sakship112233@gmail.com" userId="a5a064feb217c167" providerId="LiveId" clId="{EE91CD01-D16E-4B93-BA07-86AC1B9FE764}" dt="2025-09-25T09:33:38.572" v="676"/>
          <ac:spMkLst>
            <pc:docMk/>
            <pc:sldMk cId="3306488066" sldId="261"/>
            <ac:spMk id="6" creationId="{F6B174A3-00BD-98D9-72B1-E8AFDA562FD0}"/>
          </ac:spMkLst>
        </pc:spChg>
        <pc:spChg chg="add mod">
          <ac:chgData name="sakship112233@gmail.com" userId="a5a064feb217c167" providerId="LiveId" clId="{EE91CD01-D16E-4B93-BA07-86AC1B9FE764}" dt="2025-09-25T09:41:01.037" v="723" actId="1076"/>
          <ac:spMkLst>
            <pc:docMk/>
            <pc:sldMk cId="3306488066" sldId="261"/>
            <ac:spMk id="7" creationId="{4C972E84-FE3D-19A9-5349-00D2520BA0E8}"/>
          </ac:spMkLst>
        </pc:spChg>
        <pc:spChg chg="add del mod">
          <ac:chgData name="sakship112233@gmail.com" userId="a5a064feb217c167" providerId="LiveId" clId="{EE91CD01-D16E-4B93-BA07-86AC1B9FE764}" dt="2025-09-25T09:37:59.378" v="705"/>
          <ac:spMkLst>
            <pc:docMk/>
            <pc:sldMk cId="3306488066" sldId="261"/>
            <ac:spMk id="8" creationId="{4111AAFC-4FA9-D795-F104-104486125912}"/>
          </ac:spMkLst>
        </pc:spChg>
        <pc:spChg chg="add del mod">
          <ac:chgData name="sakship112233@gmail.com" userId="a5a064feb217c167" providerId="LiveId" clId="{EE91CD01-D16E-4B93-BA07-86AC1B9FE764}" dt="2025-09-25T09:37:59.378" v="707"/>
          <ac:spMkLst>
            <pc:docMk/>
            <pc:sldMk cId="3306488066" sldId="261"/>
            <ac:spMk id="9" creationId="{F0B65577-7549-5865-CF10-E34CE0887F18}"/>
          </ac:spMkLst>
        </pc:spChg>
        <pc:spChg chg="add mod">
          <ac:chgData name="sakship112233@gmail.com" userId="a5a064feb217c167" providerId="LiveId" clId="{EE91CD01-D16E-4B93-BA07-86AC1B9FE764}" dt="2025-09-25T09:42:20.168" v="729" actId="1076"/>
          <ac:spMkLst>
            <pc:docMk/>
            <pc:sldMk cId="3306488066" sldId="261"/>
            <ac:spMk id="10" creationId="{8B9F9114-05A4-C621-7CF9-A849966F7376}"/>
          </ac:spMkLst>
        </pc:spChg>
        <pc:spChg chg="add mod">
          <ac:chgData name="sakship112233@gmail.com" userId="a5a064feb217c167" providerId="LiveId" clId="{EE91CD01-D16E-4B93-BA07-86AC1B9FE764}" dt="2025-09-25T09:41:15.168" v="725" actId="1076"/>
          <ac:spMkLst>
            <pc:docMk/>
            <pc:sldMk cId="3306488066" sldId="261"/>
            <ac:spMk id="11" creationId="{536DC2AB-8358-8E42-EAA4-1A9057FB051D}"/>
          </ac:spMkLst>
        </pc:spChg>
        <pc:spChg chg="add mod">
          <ac:chgData name="sakship112233@gmail.com" userId="a5a064feb217c167" providerId="LiveId" clId="{EE91CD01-D16E-4B93-BA07-86AC1B9FE764}" dt="2025-09-25T09:41:34.363" v="727" actId="1076"/>
          <ac:spMkLst>
            <pc:docMk/>
            <pc:sldMk cId="3306488066" sldId="261"/>
            <ac:spMk id="12" creationId="{B570F29E-FC30-A4CA-0754-792225CF283B}"/>
          </ac:spMkLst>
        </pc:spChg>
        <pc:graphicFrameChg chg="del">
          <ac:chgData name="sakship112233@gmail.com" userId="a5a064feb217c167" providerId="LiveId" clId="{EE91CD01-D16E-4B93-BA07-86AC1B9FE764}" dt="2025-09-25T09:29:34.782" v="620" actId="478"/>
          <ac:graphicFrameMkLst>
            <pc:docMk/>
            <pc:sldMk cId="3306488066" sldId="261"/>
            <ac:graphicFrameMk id="4" creationId="{9028595C-2369-800A-0B38-A29DA854B14F}"/>
          </ac:graphicFrameMkLst>
        </pc:graphicFrameChg>
        <pc:picChg chg="add del mod">
          <ac:chgData name="sakship112233@gmail.com" userId="a5a064feb217c167" providerId="LiveId" clId="{EE91CD01-D16E-4B93-BA07-86AC1B9FE764}" dt="2025-09-25T08:06:21.433" v="619" actId="478"/>
          <ac:picMkLst>
            <pc:docMk/>
            <pc:sldMk cId="3306488066" sldId="261"/>
            <ac:picMk id="3" creationId="{2CB4066E-5AD3-5926-6988-12ACB16A6DB9}"/>
          </ac:picMkLst>
        </pc:picChg>
        <pc:picChg chg="add mod">
          <ac:chgData name="sakship112233@gmail.com" userId="a5a064feb217c167" providerId="LiveId" clId="{EE91CD01-D16E-4B93-BA07-86AC1B9FE764}" dt="2025-09-25T09:40:45.542" v="722" actId="1076"/>
          <ac:picMkLst>
            <pc:docMk/>
            <pc:sldMk cId="3306488066" sldId="261"/>
            <ac:picMk id="5" creationId="{EF456C6E-93DF-2083-B3D9-DE17E41FB304}"/>
          </ac:picMkLst>
        </pc:picChg>
        <pc:picChg chg="add del">
          <ac:chgData name="sakship112233@gmail.com" userId="a5a064feb217c167" providerId="LiveId" clId="{EE91CD01-D16E-4B93-BA07-86AC1B9FE764}" dt="2025-09-25T09:40:33.375" v="721" actId="478"/>
          <ac:picMkLst>
            <pc:docMk/>
            <pc:sldMk cId="3306488066" sldId="261"/>
            <ac:picMk id="14" creationId="{03150AC5-4813-35F6-3BEB-6DFD42133201}"/>
          </ac:picMkLst>
        </pc:picChg>
        <pc:picChg chg="add del">
          <ac:chgData name="sakship112233@gmail.com" userId="a5a064feb217c167" providerId="LiveId" clId="{EE91CD01-D16E-4B93-BA07-86AC1B9FE764}" dt="2025-09-25T09:42:50.608" v="731" actId="478"/>
          <ac:picMkLst>
            <pc:docMk/>
            <pc:sldMk cId="3306488066" sldId="261"/>
            <ac:picMk id="16" creationId="{B11A3E56-DEF2-4E25-4894-F28DD5A680FA}"/>
          </ac:picMkLst>
        </pc:picChg>
        <pc:picChg chg="add ord">
          <ac:chgData name="sakship112233@gmail.com" userId="a5a064feb217c167" providerId="LiveId" clId="{EE91CD01-D16E-4B93-BA07-86AC1B9FE764}" dt="2025-09-25T10:16:57.293" v="892" actId="167"/>
          <ac:picMkLst>
            <pc:docMk/>
            <pc:sldMk cId="3306488066" sldId="261"/>
            <ac:picMk id="17" creationId="{4175EDF7-9C04-A3BE-38E2-1346D8F7756E}"/>
          </ac:picMkLst>
        </pc:picChg>
      </pc:sldChg>
      <pc:sldChg chg="addSp delSp modSp mod modTransition">
        <pc:chgData name="sakship112233@gmail.com" userId="a5a064feb217c167" providerId="LiveId" clId="{EE91CD01-D16E-4B93-BA07-86AC1B9FE764}" dt="2025-09-25T11:06:36.056" v="1121" actId="2711"/>
        <pc:sldMkLst>
          <pc:docMk/>
          <pc:sldMk cId="1997234101" sldId="262"/>
        </pc:sldMkLst>
        <pc:spChg chg="add del">
          <ac:chgData name="sakship112233@gmail.com" userId="a5a064feb217c167" providerId="LiveId" clId="{EE91CD01-D16E-4B93-BA07-86AC1B9FE764}" dt="2025-09-25T09:48:30.755" v="741" actId="478"/>
          <ac:spMkLst>
            <pc:docMk/>
            <pc:sldMk cId="1997234101" sldId="262"/>
            <ac:spMk id="2" creationId="{834A203D-C947-B698-88C7-159D12D63986}"/>
          </ac:spMkLst>
        </pc:spChg>
        <pc:spChg chg="add del">
          <ac:chgData name="sakship112233@gmail.com" userId="a5a064feb217c167" providerId="LiveId" clId="{EE91CD01-D16E-4B93-BA07-86AC1B9FE764}" dt="2025-09-25T09:49:33.107" v="746" actId="478"/>
          <ac:spMkLst>
            <pc:docMk/>
            <pc:sldMk cId="1997234101" sldId="262"/>
            <ac:spMk id="7" creationId="{AE2E38E1-F41E-65B4-B0C5-13BF2F30CDAE}"/>
          </ac:spMkLst>
        </pc:spChg>
        <pc:spChg chg="add del">
          <ac:chgData name="sakship112233@gmail.com" userId="a5a064feb217c167" providerId="LiveId" clId="{EE91CD01-D16E-4B93-BA07-86AC1B9FE764}" dt="2025-09-25T09:54:34.225" v="764" actId="478"/>
          <ac:spMkLst>
            <pc:docMk/>
            <pc:sldMk cId="1997234101" sldId="262"/>
            <ac:spMk id="12" creationId="{1EBAD519-F9B3-50B9-E283-1AFD33D2463F}"/>
          </ac:spMkLst>
        </pc:spChg>
        <pc:graphicFrameChg chg="mod modGraphic">
          <ac:chgData name="sakship112233@gmail.com" userId="a5a064feb217c167" providerId="LiveId" clId="{EE91CD01-D16E-4B93-BA07-86AC1B9FE764}" dt="2025-09-25T11:06:21.698" v="1119" actId="2711"/>
          <ac:graphicFrameMkLst>
            <pc:docMk/>
            <pc:sldMk cId="1997234101" sldId="262"/>
            <ac:graphicFrameMk id="21" creationId="{0FEA1D61-5CEC-9FE5-D6DF-E8C80BA8AF55}"/>
          </ac:graphicFrameMkLst>
        </pc:graphicFrameChg>
        <pc:graphicFrameChg chg="mod modGraphic">
          <ac:chgData name="sakship112233@gmail.com" userId="a5a064feb217c167" providerId="LiveId" clId="{EE91CD01-D16E-4B93-BA07-86AC1B9FE764}" dt="2025-09-25T11:06:36.056" v="1121" actId="2711"/>
          <ac:graphicFrameMkLst>
            <pc:docMk/>
            <pc:sldMk cId="1997234101" sldId="262"/>
            <ac:graphicFrameMk id="22" creationId="{B553064D-17B4-C1BF-A465-3B6E17CB5F9A}"/>
          </ac:graphicFrameMkLst>
        </pc:graphicFrameChg>
        <pc:picChg chg="add del mod ord">
          <ac:chgData name="sakship112233@gmail.com" userId="a5a064feb217c167" providerId="LiveId" clId="{EE91CD01-D16E-4B93-BA07-86AC1B9FE764}" dt="2025-09-25T09:53:54.158" v="762" actId="478"/>
          <ac:picMkLst>
            <pc:docMk/>
            <pc:sldMk cId="1997234101" sldId="262"/>
            <ac:picMk id="9" creationId="{1F207998-B92B-1FEA-6A18-DD847D1583FF}"/>
          </ac:picMkLst>
        </pc:picChg>
        <pc:picChg chg="add del">
          <ac:chgData name="sakship112233@gmail.com" userId="a5a064feb217c167" providerId="LiveId" clId="{EE91CD01-D16E-4B93-BA07-86AC1B9FE764}" dt="2025-09-25T09:53:41.855" v="761" actId="478"/>
          <ac:picMkLst>
            <pc:docMk/>
            <pc:sldMk cId="1997234101" sldId="262"/>
            <ac:picMk id="11" creationId="{DB02769B-F05A-798F-66DA-BE2EEC34B6E4}"/>
          </ac:picMkLst>
        </pc:picChg>
        <pc:picChg chg="add mod">
          <ac:chgData name="sakship112233@gmail.com" userId="a5a064feb217c167" providerId="LiveId" clId="{EE91CD01-D16E-4B93-BA07-86AC1B9FE764}" dt="2025-09-25T10:19:14.794" v="901" actId="1076"/>
          <ac:picMkLst>
            <pc:docMk/>
            <pc:sldMk cId="1997234101" sldId="262"/>
            <ac:picMk id="13" creationId="{08D4ECD3-E8BA-9D1F-DAFC-DA0B7D84F8C5}"/>
          </ac:picMkLst>
        </pc:picChg>
        <pc:picChg chg="add ord">
          <ac:chgData name="sakship112233@gmail.com" userId="a5a064feb217c167" providerId="LiveId" clId="{EE91CD01-D16E-4B93-BA07-86AC1B9FE764}" dt="2025-09-25T10:17:08.190" v="894" actId="167"/>
          <ac:picMkLst>
            <pc:docMk/>
            <pc:sldMk cId="1997234101" sldId="262"/>
            <ac:picMk id="14" creationId="{800379B9-9FA1-88DC-D7EF-728A17C1D436}"/>
          </ac:picMkLst>
        </pc:picChg>
        <pc:cxnChg chg="add del mod">
          <ac:chgData name="sakship112233@gmail.com" userId="a5a064feb217c167" providerId="LiveId" clId="{EE91CD01-D16E-4B93-BA07-86AC1B9FE764}" dt="2025-09-25T09:49:02.078" v="744" actId="478"/>
          <ac:cxnSpMkLst>
            <pc:docMk/>
            <pc:sldMk cId="1997234101" sldId="262"/>
            <ac:cxnSpMk id="4" creationId="{DA3689E5-C0E3-5FDB-9AC1-B4EA920DD952}"/>
          </ac:cxnSpMkLst>
        </pc:cxnChg>
        <pc:cxnChg chg="del">
          <ac:chgData name="sakship112233@gmail.com" userId="a5a064feb217c167" providerId="LiveId" clId="{EE91CD01-D16E-4B93-BA07-86AC1B9FE764}" dt="2025-09-25T09:48:10.987" v="739" actId="478"/>
          <ac:cxnSpMkLst>
            <pc:docMk/>
            <pc:sldMk cId="1997234101" sldId="262"/>
            <ac:cxnSpMk id="5" creationId="{394E248F-E79D-FB64-0C92-F0EDFFB3B760}"/>
          </ac:cxnSpMkLst>
        </pc:cxnChg>
        <pc:cxnChg chg="add mod">
          <ac:chgData name="sakship112233@gmail.com" userId="a5a064feb217c167" providerId="LiveId" clId="{EE91CD01-D16E-4B93-BA07-86AC1B9FE764}" dt="2025-09-25T10:19:52.754" v="906" actId="14100"/>
          <ac:cxnSpMkLst>
            <pc:docMk/>
            <pc:sldMk cId="1997234101" sldId="262"/>
            <ac:cxnSpMk id="16" creationId="{588F6B84-8C03-9D73-01AC-D048244DFF76}"/>
          </ac:cxnSpMkLst>
        </pc:cxnChg>
      </pc:sldChg>
      <pc:sldChg chg="addSp modSp mod modTransition">
        <pc:chgData name="sakship112233@gmail.com" userId="a5a064feb217c167" providerId="LiveId" clId="{EE91CD01-D16E-4B93-BA07-86AC1B9FE764}" dt="2025-09-25T11:08:12.968" v="1135" actId="1076"/>
        <pc:sldMkLst>
          <pc:docMk/>
          <pc:sldMk cId="1729733496" sldId="263"/>
        </pc:sldMkLst>
        <pc:spChg chg="mod">
          <ac:chgData name="sakship112233@gmail.com" userId="a5a064feb217c167" providerId="LiveId" clId="{EE91CD01-D16E-4B93-BA07-86AC1B9FE764}" dt="2025-09-25T11:08:08.469" v="1133" actId="14100"/>
          <ac:spMkLst>
            <pc:docMk/>
            <pc:sldMk cId="1729733496" sldId="263"/>
            <ac:spMk id="2" creationId="{D752F1BA-3A4D-9461-F972-FF9586B48F98}"/>
          </ac:spMkLst>
        </pc:spChg>
        <pc:graphicFrameChg chg="mod">
          <ac:chgData name="sakship112233@gmail.com" userId="a5a064feb217c167" providerId="LiveId" clId="{EE91CD01-D16E-4B93-BA07-86AC1B9FE764}" dt="2025-09-25T11:07:38.259" v="1128" actId="2711"/>
          <ac:graphicFrameMkLst>
            <pc:docMk/>
            <pc:sldMk cId="1729733496" sldId="263"/>
            <ac:graphicFrameMk id="5" creationId="{F49B0C53-7122-92EB-D9CD-EFD6A1995308}"/>
          </ac:graphicFrameMkLst>
        </pc:graphicFrameChg>
        <pc:picChg chg="add mod ord">
          <ac:chgData name="sakship112233@gmail.com" userId="a5a064feb217c167" providerId="LiveId" clId="{EE91CD01-D16E-4B93-BA07-86AC1B9FE764}" dt="2025-09-25T11:08:12.968" v="1135" actId="1076"/>
          <ac:picMkLst>
            <pc:docMk/>
            <pc:sldMk cId="1729733496" sldId="263"/>
            <ac:picMk id="3" creationId="{4792B542-4AE3-EF71-6E75-908DE4837002}"/>
          </ac:picMkLst>
        </pc:picChg>
        <pc:picChg chg="add mod">
          <ac:chgData name="sakship112233@gmail.com" userId="a5a064feb217c167" providerId="LiveId" clId="{EE91CD01-D16E-4B93-BA07-86AC1B9FE764}" dt="2025-09-25T10:22:54.717" v="914" actId="1076"/>
          <ac:picMkLst>
            <pc:docMk/>
            <pc:sldMk cId="1729733496" sldId="263"/>
            <ac:picMk id="6" creationId="{323934A2-9C3F-C080-1937-C249F21B2AB0}"/>
          </ac:picMkLst>
        </pc:picChg>
        <pc:picChg chg="add mod">
          <ac:chgData name="sakship112233@gmail.com" userId="a5a064feb217c167" providerId="LiveId" clId="{EE91CD01-D16E-4B93-BA07-86AC1B9FE764}" dt="2025-09-25T10:25:15.804" v="928" actId="14100"/>
          <ac:picMkLst>
            <pc:docMk/>
            <pc:sldMk cId="1729733496" sldId="263"/>
            <ac:picMk id="8" creationId="{D1326CB0-16D2-6207-EF36-1ECD68711041}"/>
          </ac:picMkLst>
        </pc:picChg>
        <pc:picChg chg="add mod">
          <ac:chgData name="sakship112233@gmail.com" userId="a5a064feb217c167" providerId="LiveId" clId="{EE91CD01-D16E-4B93-BA07-86AC1B9FE764}" dt="2025-09-25T10:28:07.097" v="938" actId="1076"/>
          <ac:picMkLst>
            <pc:docMk/>
            <pc:sldMk cId="1729733496" sldId="263"/>
            <ac:picMk id="10" creationId="{8C903A64-CDF7-4028-8404-47280EA19F50}"/>
          </ac:picMkLst>
        </pc:picChg>
        <pc:picChg chg="add mod">
          <ac:chgData name="sakship112233@gmail.com" userId="a5a064feb217c167" providerId="LiveId" clId="{EE91CD01-D16E-4B93-BA07-86AC1B9FE764}" dt="2025-09-25T10:29:42.647" v="943" actId="1076"/>
          <ac:picMkLst>
            <pc:docMk/>
            <pc:sldMk cId="1729733496" sldId="263"/>
            <ac:picMk id="12" creationId="{88C70149-DF08-515F-2133-27306FAB937C}"/>
          </ac:picMkLst>
        </pc:picChg>
        <pc:picChg chg="add mod">
          <ac:chgData name="sakship112233@gmail.com" userId="a5a064feb217c167" providerId="LiveId" clId="{EE91CD01-D16E-4B93-BA07-86AC1B9FE764}" dt="2025-09-25T10:30:45.871" v="950" actId="1076"/>
          <ac:picMkLst>
            <pc:docMk/>
            <pc:sldMk cId="1729733496" sldId="263"/>
            <ac:picMk id="14" creationId="{2E0521C5-F43E-291A-5BFE-6CDDFCF7CD0B}"/>
          </ac:picMkLst>
        </pc:picChg>
        <pc:picChg chg="add mod">
          <ac:chgData name="sakship112233@gmail.com" userId="a5a064feb217c167" providerId="LiveId" clId="{EE91CD01-D16E-4B93-BA07-86AC1B9FE764}" dt="2025-09-25T10:31:39.973" v="957" actId="1076"/>
          <ac:picMkLst>
            <pc:docMk/>
            <pc:sldMk cId="1729733496" sldId="263"/>
            <ac:picMk id="16" creationId="{5EDC2BF4-C66C-7A0A-91D6-A9C3D533BAE8}"/>
          </ac:picMkLst>
        </pc:picChg>
      </pc:sldChg>
      <pc:sldChg chg="addSp delSp modSp mod modTransition">
        <pc:chgData name="sakship112233@gmail.com" userId="a5a064feb217c167" providerId="LiveId" clId="{EE91CD01-D16E-4B93-BA07-86AC1B9FE764}" dt="2025-09-25T11:09:01.410" v="1141" actId="2711"/>
        <pc:sldMkLst>
          <pc:docMk/>
          <pc:sldMk cId="3690139865" sldId="264"/>
        </pc:sldMkLst>
        <pc:spChg chg="mod">
          <ac:chgData name="sakship112233@gmail.com" userId="a5a064feb217c167" providerId="LiveId" clId="{EE91CD01-D16E-4B93-BA07-86AC1B9FE764}" dt="2025-09-25T11:08:24.161" v="1136" actId="2711"/>
          <ac:spMkLst>
            <pc:docMk/>
            <pc:sldMk cId="3690139865" sldId="264"/>
            <ac:spMk id="2" creationId="{FF76A311-8571-EA8B-7D90-E8CB40784DEC}"/>
          </ac:spMkLst>
        </pc:spChg>
        <pc:graphicFrameChg chg="mod">
          <ac:chgData name="sakship112233@gmail.com" userId="a5a064feb217c167" providerId="LiveId" clId="{EE91CD01-D16E-4B93-BA07-86AC1B9FE764}" dt="2025-09-25T11:09:01.410" v="1141" actId="2711"/>
          <ac:graphicFrameMkLst>
            <pc:docMk/>
            <pc:sldMk cId="3690139865" sldId="264"/>
            <ac:graphicFrameMk id="5" creationId="{51D81DF6-1F22-7486-4D5E-CD99BA3CBF08}"/>
          </ac:graphicFrameMkLst>
        </pc:graphicFrameChg>
        <pc:picChg chg="add mod ord">
          <ac:chgData name="sakship112233@gmail.com" userId="a5a064feb217c167" providerId="LiveId" clId="{EE91CD01-D16E-4B93-BA07-86AC1B9FE764}" dt="2025-09-25T10:46:57.274" v="993" actId="167"/>
          <ac:picMkLst>
            <pc:docMk/>
            <pc:sldMk cId="3690139865" sldId="264"/>
            <ac:picMk id="3" creationId="{E65A02CD-51B8-19FD-2A80-38981C40B588}"/>
          </ac:picMkLst>
        </pc:picChg>
        <pc:picChg chg="add del mod">
          <ac:chgData name="sakship112233@gmail.com" userId="a5a064feb217c167" providerId="LiveId" clId="{EE91CD01-D16E-4B93-BA07-86AC1B9FE764}" dt="2025-09-25T10:37:35.239" v="977" actId="478"/>
          <ac:picMkLst>
            <pc:docMk/>
            <pc:sldMk cId="3690139865" sldId="264"/>
            <ac:picMk id="4" creationId="{84E54EDC-FAA5-1D67-888B-E60A4631A318}"/>
          </ac:picMkLst>
        </pc:picChg>
        <pc:picChg chg="add">
          <ac:chgData name="sakship112233@gmail.com" userId="a5a064feb217c167" providerId="LiveId" clId="{EE91CD01-D16E-4B93-BA07-86AC1B9FE764}" dt="2025-09-25T10:39:20.070" v="981"/>
          <ac:picMkLst>
            <pc:docMk/>
            <pc:sldMk cId="3690139865" sldId="264"/>
            <ac:picMk id="6" creationId="{D8CB5913-F406-DE63-731E-0A658F2BA5B3}"/>
          </ac:picMkLst>
        </pc:picChg>
        <pc:picChg chg="add del mod">
          <ac:chgData name="sakship112233@gmail.com" userId="a5a064feb217c167" providerId="LiveId" clId="{EE91CD01-D16E-4B93-BA07-86AC1B9FE764}" dt="2025-09-25T10:46:24.009" v="987" actId="478"/>
          <ac:picMkLst>
            <pc:docMk/>
            <pc:sldMk cId="3690139865" sldId="264"/>
            <ac:picMk id="7" creationId="{3F735121-1CC1-A7D5-0324-A8EE2C151965}"/>
          </ac:picMkLst>
        </pc:picChg>
      </pc:sldChg>
      <pc:sldChg chg="addSp delSp modSp mod modTransition">
        <pc:chgData name="sakship112233@gmail.com" userId="a5a064feb217c167" providerId="LiveId" clId="{EE91CD01-D16E-4B93-BA07-86AC1B9FE764}" dt="2025-09-25T10:56:44.466" v="1068"/>
        <pc:sldMkLst>
          <pc:docMk/>
          <pc:sldMk cId="1293985201" sldId="265"/>
        </pc:sldMkLst>
        <pc:picChg chg="add del mod ord">
          <ac:chgData name="sakship112233@gmail.com" userId="a5a064feb217c167" providerId="LiveId" clId="{EE91CD01-D16E-4B93-BA07-86AC1B9FE764}" dt="2025-09-25T07:27:57.977" v="538" actId="478"/>
          <ac:picMkLst>
            <pc:docMk/>
            <pc:sldMk cId="1293985201" sldId="265"/>
            <ac:picMk id="3" creationId="{5326EAF3-BC96-027D-D2B4-A4E87FDC3C28}"/>
          </ac:picMkLst>
        </pc:picChg>
        <pc:picChg chg="add mod ord">
          <ac:chgData name="sakship112233@gmail.com" userId="a5a064feb217c167" providerId="LiveId" clId="{EE91CD01-D16E-4B93-BA07-86AC1B9FE764}" dt="2025-09-25T07:36:24.295" v="568" actId="14100"/>
          <ac:picMkLst>
            <pc:docMk/>
            <pc:sldMk cId="1293985201" sldId="265"/>
            <ac:picMk id="5" creationId="{1FBA1766-55D2-4017-5CA9-CF0291D2B3C3}"/>
          </ac:picMkLst>
        </pc:picChg>
        <pc:picChg chg="mod">
          <ac:chgData name="sakship112233@gmail.com" userId="a5a064feb217c167" providerId="LiveId" clId="{EE91CD01-D16E-4B93-BA07-86AC1B9FE764}" dt="2025-09-25T06:16:35.227" v="244" actId="1076"/>
          <ac:picMkLst>
            <pc:docMk/>
            <pc:sldMk cId="1293985201" sldId="265"/>
            <ac:picMk id="9" creationId="{79B26D34-27C4-8365-E371-6B2B5336552C}"/>
          </ac:picMkLst>
        </pc:picChg>
      </pc:sldChg>
      <pc:sldChg chg="addSp delSp modSp mod modTransition modClrScheme chgLayout">
        <pc:chgData name="sakship112233@gmail.com" userId="a5a064feb217c167" providerId="LiveId" clId="{EE91CD01-D16E-4B93-BA07-86AC1B9FE764}" dt="2025-09-25T10:57:08.157" v="1074"/>
        <pc:sldMkLst>
          <pc:docMk/>
          <pc:sldMk cId="1766037771" sldId="266"/>
        </pc:sldMkLst>
        <pc:spChg chg="del mod">
          <ac:chgData name="sakship112233@gmail.com" userId="a5a064feb217c167" providerId="LiveId" clId="{EE91CD01-D16E-4B93-BA07-86AC1B9FE764}" dt="2025-09-25T10:46:40.965" v="991" actId="700"/>
          <ac:spMkLst>
            <pc:docMk/>
            <pc:sldMk cId="1766037771" sldId="266"/>
            <ac:spMk id="2" creationId="{A2293806-FA9A-AD25-849C-10B5FF279990}"/>
          </ac:spMkLst>
        </pc:spChg>
        <pc:spChg chg="add del mod">
          <ac:chgData name="sakship112233@gmail.com" userId="a5a064feb217c167" providerId="LiveId" clId="{EE91CD01-D16E-4B93-BA07-86AC1B9FE764}" dt="2025-09-25T10:46:40.965" v="991" actId="700"/>
          <ac:spMkLst>
            <pc:docMk/>
            <pc:sldMk cId="1766037771" sldId="266"/>
            <ac:spMk id="5" creationId="{45B98D29-C05D-58BD-E857-3D13BB9B893D}"/>
          </ac:spMkLst>
        </pc:spChg>
        <pc:picChg chg="add del">
          <ac:chgData name="sakship112233@gmail.com" userId="a5a064feb217c167" providerId="LiveId" clId="{EE91CD01-D16E-4B93-BA07-86AC1B9FE764}" dt="2025-09-25T10:46:36.170" v="989" actId="478"/>
          <ac:picMkLst>
            <pc:docMk/>
            <pc:sldMk cId="1766037771" sldId="266"/>
            <ac:picMk id="3" creationId="{FBF1BF9B-ADF0-1BC6-6851-1911E012736A}"/>
          </ac:picMkLst>
        </pc:picChg>
        <pc:picChg chg="del mod">
          <ac:chgData name="sakship112233@gmail.com" userId="a5a064feb217c167" providerId="LiveId" clId="{EE91CD01-D16E-4B93-BA07-86AC1B9FE764}" dt="2025-09-25T10:46:37.464" v="990" actId="478"/>
          <ac:picMkLst>
            <pc:docMk/>
            <pc:sldMk cId="1766037771" sldId="266"/>
            <ac:picMk id="6" creationId="{EF3677F8-AF73-F576-E3C8-2AA815FD6968}"/>
          </ac:picMkLst>
        </pc:picChg>
        <pc:picChg chg="add">
          <ac:chgData name="sakship112233@gmail.com" userId="a5a064feb217c167" providerId="LiveId" clId="{EE91CD01-D16E-4B93-BA07-86AC1B9FE764}" dt="2025-09-25T10:47:02.062" v="994"/>
          <ac:picMkLst>
            <pc:docMk/>
            <pc:sldMk cId="1766037771" sldId="266"/>
            <ac:picMk id="7" creationId="{BFD7420C-F282-F803-27AF-CF273FDFDDB0}"/>
          </ac:picMkLst>
        </pc:picChg>
        <pc:picChg chg="add del mod">
          <ac:chgData name="sakship112233@gmail.com" userId="a5a064feb217c167" providerId="LiveId" clId="{EE91CD01-D16E-4B93-BA07-86AC1B9FE764}" dt="2025-09-25T10:50:05.069" v="997" actId="478"/>
          <ac:picMkLst>
            <pc:docMk/>
            <pc:sldMk cId="1766037771" sldId="266"/>
            <ac:picMk id="8" creationId="{85B1B2AB-F8BD-7C54-23AB-D93984DAF6BB}"/>
          </ac:picMkLst>
        </pc:picChg>
        <pc:picChg chg="add mod">
          <ac:chgData name="sakship112233@gmail.com" userId="a5a064feb217c167" providerId="LiveId" clId="{EE91CD01-D16E-4B93-BA07-86AC1B9FE764}" dt="2025-09-25T10:50:40.268" v="1000" actId="14100"/>
          <ac:picMkLst>
            <pc:docMk/>
            <pc:sldMk cId="1766037771" sldId="266"/>
            <ac:picMk id="9" creationId="{B4CCCB15-47AA-B35B-8FE4-C5BF12263080}"/>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image" Target="../media/image5.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image" Target="../media/image5.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AD9942-6470-4428-AF58-35922B868F38}" type="doc">
      <dgm:prSet loTypeId="urn:microsoft.com/office/officeart/2005/8/layout/hierarchy4" loCatId="relationship" qsTypeId="urn:microsoft.com/office/officeart/2005/8/quickstyle/3d3" qsCatId="3D" csTypeId="urn:microsoft.com/office/officeart/2005/8/colors/accent1_2" csCatId="accent1" phldr="1"/>
      <dgm:spPr/>
      <dgm:t>
        <a:bodyPr/>
        <a:lstStyle/>
        <a:p>
          <a:endParaRPr lang="en-IN"/>
        </a:p>
      </dgm:t>
    </dgm:pt>
    <dgm:pt modelId="{B0677CEA-DCA2-4027-B67E-421951F2BA92}">
      <dgm:prSet/>
      <dgm:spPr/>
      <dgm:t>
        <a:bodyPr/>
        <a:lstStyle/>
        <a:p>
          <a:r>
            <a:rPr lang="en-US" dirty="0">
              <a:latin typeface="Bodoni MT" panose="02070603080606020203" pitchFamily="18" charset="0"/>
            </a:rPr>
            <a:t>IRCTC</a:t>
          </a:r>
          <a:endParaRPr lang="en-IN" dirty="0">
            <a:latin typeface="Bodoni MT" panose="02070603080606020203" pitchFamily="18" charset="0"/>
          </a:endParaRPr>
        </a:p>
      </dgm:t>
    </dgm:pt>
    <dgm:pt modelId="{CC873441-E379-4CC9-91A3-0323BE802FFA}" type="parTrans" cxnId="{C41197FB-2AE1-4DDB-B635-3D17B9DA947B}">
      <dgm:prSet/>
      <dgm:spPr/>
      <dgm:t>
        <a:bodyPr/>
        <a:lstStyle/>
        <a:p>
          <a:endParaRPr lang="en-IN"/>
        </a:p>
      </dgm:t>
    </dgm:pt>
    <dgm:pt modelId="{C942F05B-AE9F-41AD-8111-E7A248589827}" type="sibTrans" cxnId="{C41197FB-2AE1-4DDB-B635-3D17B9DA947B}">
      <dgm:prSet/>
      <dgm:spPr/>
      <dgm:t>
        <a:bodyPr/>
        <a:lstStyle/>
        <a:p>
          <a:endParaRPr lang="en-IN"/>
        </a:p>
      </dgm:t>
    </dgm:pt>
    <dgm:pt modelId="{7F3B725A-E261-477A-8057-1D4B463DE073}">
      <dgm:prSet/>
      <dgm:spPr/>
      <dgm:t>
        <a:bodyPr/>
        <a:lstStyle/>
        <a:p>
          <a:r>
            <a:rPr lang="en-US" dirty="0">
              <a:latin typeface="Bodoni MT" panose="02070603080606020203" pitchFamily="18" charset="0"/>
            </a:rPr>
            <a:t>PASSENGER</a:t>
          </a:r>
          <a:endParaRPr lang="en-IN" dirty="0">
            <a:latin typeface="Bodoni MT" panose="02070603080606020203" pitchFamily="18" charset="0"/>
          </a:endParaRPr>
        </a:p>
      </dgm:t>
    </dgm:pt>
    <dgm:pt modelId="{2118AD8F-CE91-429F-B978-DB667AE710D2}" type="parTrans" cxnId="{FA96F5C3-8CCE-4086-9C42-A4159D5811DA}">
      <dgm:prSet/>
      <dgm:spPr/>
      <dgm:t>
        <a:bodyPr/>
        <a:lstStyle/>
        <a:p>
          <a:endParaRPr lang="en-IN"/>
        </a:p>
      </dgm:t>
    </dgm:pt>
    <dgm:pt modelId="{C549396E-58CC-423C-A9F5-82DC2132BFD8}" type="sibTrans" cxnId="{FA96F5C3-8CCE-4086-9C42-A4159D5811DA}">
      <dgm:prSet/>
      <dgm:spPr/>
      <dgm:t>
        <a:bodyPr/>
        <a:lstStyle/>
        <a:p>
          <a:endParaRPr lang="en-IN"/>
        </a:p>
      </dgm:t>
    </dgm:pt>
    <dgm:pt modelId="{28F03C04-E7A2-48EF-8EAF-C55E6CC9DB4C}">
      <dgm:prSet custT="1"/>
      <dgm:spPr/>
      <dgm:t>
        <a:bodyPr/>
        <a:lstStyle/>
        <a:p>
          <a:r>
            <a:rPr lang="en-US" sz="1300" dirty="0">
              <a:latin typeface="Bodoni MT" panose="02070603080606020203" pitchFamily="18" charset="0"/>
            </a:rPr>
            <a:t>Passenger_ID  </a:t>
          </a:r>
          <a:br>
            <a:rPr lang="en-US" sz="1300" dirty="0">
              <a:latin typeface="Bodoni MT" panose="02070603080606020203" pitchFamily="18" charset="0"/>
            </a:rPr>
          </a:br>
          <a:r>
            <a:rPr lang="en-US" sz="1300" dirty="0">
              <a:latin typeface="Bodoni MT" panose="02070603080606020203" pitchFamily="18" charset="0"/>
            </a:rPr>
            <a:t>Name</a:t>
          </a:r>
          <a:br>
            <a:rPr lang="en-US" sz="1300" dirty="0">
              <a:latin typeface="Bodoni MT" panose="02070603080606020203" pitchFamily="18" charset="0"/>
            </a:rPr>
          </a:br>
          <a:r>
            <a:rPr lang="en-US" sz="1300" dirty="0">
              <a:latin typeface="Bodoni MT" panose="02070603080606020203" pitchFamily="18" charset="0"/>
            </a:rPr>
            <a:t>Age</a:t>
          </a:r>
          <a:br>
            <a:rPr lang="en-US" sz="1300" dirty="0">
              <a:latin typeface="Bodoni MT" panose="02070603080606020203" pitchFamily="18" charset="0"/>
            </a:rPr>
          </a:br>
          <a:r>
            <a:rPr lang="en-US" sz="1300" dirty="0">
              <a:latin typeface="Bodoni MT" panose="02070603080606020203" pitchFamily="18" charset="0"/>
            </a:rPr>
            <a:t>Gender</a:t>
          </a:r>
          <a:br>
            <a:rPr lang="en-US" sz="1300" dirty="0">
              <a:latin typeface="Bodoni MT" panose="02070603080606020203" pitchFamily="18" charset="0"/>
            </a:rPr>
          </a:br>
          <a:r>
            <a:rPr lang="en-US" sz="1300" dirty="0">
              <a:latin typeface="Bodoni MT" panose="02070603080606020203" pitchFamily="18" charset="0"/>
            </a:rPr>
            <a:t>Contact_Number</a:t>
          </a:r>
          <a:br>
            <a:rPr lang="en-US" sz="1300" dirty="0">
              <a:latin typeface="Bodoni MT" panose="02070603080606020203" pitchFamily="18" charset="0"/>
            </a:rPr>
          </a:br>
          <a:r>
            <a:rPr lang="en-US" sz="1300" dirty="0">
              <a:latin typeface="Bodoni MT" panose="02070603080606020203" pitchFamily="18" charset="0"/>
            </a:rPr>
            <a:t>Email_ID</a:t>
          </a:r>
          <a:br>
            <a:rPr lang="en-US" sz="1300" dirty="0">
              <a:latin typeface="Bodoni MT" panose="02070603080606020203" pitchFamily="18" charset="0"/>
            </a:rPr>
          </a:br>
          <a:r>
            <a:rPr lang="en-US" sz="1300" dirty="0">
              <a:latin typeface="Bodoni MT" panose="02070603080606020203" pitchFamily="18" charset="0"/>
            </a:rPr>
            <a:t>ID_Proof</a:t>
          </a:r>
          <a:endParaRPr lang="en-IN" sz="1300" dirty="0">
            <a:latin typeface="Bodoni MT" panose="02070603080606020203" pitchFamily="18" charset="0"/>
          </a:endParaRPr>
        </a:p>
      </dgm:t>
    </dgm:pt>
    <dgm:pt modelId="{7A342CBA-AD63-4926-A4BC-C0CA8E606A71}" type="parTrans" cxnId="{7A8849F5-F4B7-4E59-8692-F14F9A11C435}">
      <dgm:prSet/>
      <dgm:spPr/>
      <dgm:t>
        <a:bodyPr/>
        <a:lstStyle/>
        <a:p>
          <a:endParaRPr lang="en-IN"/>
        </a:p>
      </dgm:t>
    </dgm:pt>
    <dgm:pt modelId="{356AFE69-456B-485A-86B3-27058BCF79B4}" type="sibTrans" cxnId="{7A8849F5-F4B7-4E59-8692-F14F9A11C435}">
      <dgm:prSet/>
      <dgm:spPr/>
      <dgm:t>
        <a:bodyPr/>
        <a:lstStyle/>
        <a:p>
          <a:endParaRPr lang="en-IN"/>
        </a:p>
      </dgm:t>
    </dgm:pt>
    <dgm:pt modelId="{237FF32E-20B7-4F9C-9D6C-6E7D47BFF76D}">
      <dgm:prSet/>
      <dgm:spPr/>
      <dgm:t>
        <a:bodyPr/>
        <a:lstStyle/>
        <a:p>
          <a:r>
            <a:rPr lang="en-US" dirty="0">
              <a:latin typeface="Bodoni MT" panose="02070603080606020203" pitchFamily="18" charset="0"/>
            </a:rPr>
            <a:t>TRAIN</a:t>
          </a:r>
          <a:endParaRPr lang="en-IN" dirty="0">
            <a:latin typeface="Bodoni MT" panose="02070603080606020203" pitchFamily="18" charset="0"/>
          </a:endParaRPr>
        </a:p>
      </dgm:t>
    </dgm:pt>
    <dgm:pt modelId="{F1BFB62C-E639-4982-8359-B183AEF6D798}" type="parTrans" cxnId="{9219A054-C9B6-4AFA-85CD-30B865D72A4A}">
      <dgm:prSet/>
      <dgm:spPr/>
      <dgm:t>
        <a:bodyPr/>
        <a:lstStyle/>
        <a:p>
          <a:endParaRPr lang="en-IN"/>
        </a:p>
      </dgm:t>
    </dgm:pt>
    <dgm:pt modelId="{C61DB774-BED6-4933-83A5-6C6698844313}" type="sibTrans" cxnId="{9219A054-C9B6-4AFA-85CD-30B865D72A4A}">
      <dgm:prSet/>
      <dgm:spPr/>
      <dgm:t>
        <a:bodyPr/>
        <a:lstStyle/>
        <a:p>
          <a:endParaRPr lang="en-IN"/>
        </a:p>
      </dgm:t>
    </dgm:pt>
    <dgm:pt modelId="{2DFD2177-56DA-474A-9754-FCF09E181C0A}">
      <dgm:prSet custT="1"/>
      <dgm:spPr/>
      <dgm:t>
        <a:bodyPr/>
        <a:lstStyle/>
        <a:p>
          <a:r>
            <a:rPr lang="en-US" sz="1300" dirty="0">
              <a:latin typeface="Bodoni MT" panose="02070603080606020203" pitchFamily="18" charset="0"/>
            </a:rPr>
            <a:t>Train_ID </a:t>
          </a:r>
          <a:br>
            <a:rPr lang="en-US" sz="1300" dirty="0">
              <a:latin typeface="Bodoni MT" panose="02070603080606020203" pitchFamily="18" charset="0"/>
            </a:rPr>
          </a:br>
          <a:r>
            <a:rPr lang="en-US" sz="1300" dirty="0">
              <a:latin typeface="Bodoni MT" panose="02070603080606020203" pitchFamily="18" charset="0"/>
            </a:rPr>
            <a:t>Train_Name</a:t>
          </a:r>
          <a:br>
            <a:rPr lang="en-US" sz="1300" dirty="0">
              <a:latin typeface="Bodoni MT" panose="02070603080606020203" pitchFamily="18" charset="0"/>
            </a:rPr>
          </a:br>
          <a:r>
            <a:rPr lang="en-US" sz="1300" dirty="0">
              <a:latin typeface="Bodoni MT" panose="02070603080606020203" pitchFamily="18" charset="0"/>
            </a:rPr>
            <a:t>Source_Station</a:t>
          </a:r>
          <a:br>
            <a:rPr lang="en-US" sz="1300" dirty="0">
              <a:latin typeface="Bodoni MT" panose="02070603080606020203" pitchFamily="18" charset="0"/>
            </a:rPr>
          </a:br>
          <a:r>
            <a:rPr lang="en-US" sz="1300" dirty="0">
              <a:latin typeface="Bodoni MT" panose="02070603080606020203" pitchFamily="18" charset="0"/>
            </a:rPr>
            <a:t>Destination_Station</a:t>
          </a:r>
          <a:br>
            <a:rPr lang="en-US" sz="1300" dirty="0">
              <a:latin typeface="Bodoni MT" panose="02070603080606020203" pitchFamily="18" charset="0"/>
            </a:rPr>
          </a:br>
          <a:r>
            <a:rPr lang="en-US" sz="1300" dirty="0">
              <a:latin typeface="Bodoni MT" panose="02070603080606020203" pitchFamily="18" charset="0"/>
            </a:rPr>
            <a:t>Departure_Time</a:t>
          </a:r>
          <a:br>
            <a:rPr lang="en-US" sz="1300" dirty="0">
              <a:latin typeface="Bodoni MT" panose="02070603080606020203" pitchFamily="18" charset="0"/>
            </a:rPr>
          </a:br>
          <a:r>
            <a:rPr lang="en-US" sz="1300" dirty="0">
              <a:latin typeface="Bodoni MT" panose="02070603080606020203" pitchFamily="18" charset="0"/>
            </a:rPr>
            <a:t>Arrival_Time </a:t>
          </a:r>
          <a:br>
            <a:rPr lang="en-US" sz="1300" dirty="0">
              <a:latin typeface="Bodoni MT" panose="02070603080606020203" pitchFamily="18" charset="0"/>
            </a:rPr>
          </a:br>
          <a:r>
            <a:rPr lang="en-US" sz="1300" dirty="0">
              <a:latin typeface="Bodoni MT" panose="02070603080606020203" pitchFamily="18" charset="0"/>
            </a:rPr>
            <a:t>Train_Type </a:t>
          </a:r>
          <a:endParaRPr lang="en-IN" sz="1300" dirty="0">
            <a:latin typeface="Bodoni MT" panose="02070603080606020203" pitchFamily="18" charset="0"/>
          </a:endParaRPr>
        </a:p>
      </dgm:t>
    </dgm:pt>
    <dgm:pt modelId="{78319E9D-C6E8-473A-86C3-B73EBD4671EB}" type="parTrans" cxnId="{F62FE069-9A5F-4142-92BC-7F8914175C9B}">
      <dgm:prSet/>
      <dgm:spPr/>
      <dgm:t>
        <a:bodyPr/>
        <a:lstStyle/>
        <a:p>
          <a:endParaRPr lang="en-IN"/>
        </a:p>
      </dgm:t>
    </dgm:pt>
    <dgm:pt modelId="{E157B654-BC03-4D2E-84B8-9C64022F55EF}" type="sibTrans" cxnId="{F62FE069-9A5F-4142-92BC-7F8914175C9B}">
      <dgm:prSet/>
      <dgm:spPr/>
      <dgm:t>
        <a:bodyPr/>
        <a:lstStyle/>
        <a:p>
          <a:endParaRPr lang="en-IN"/>
        </a:p>
      </dgm:t>
    </dgm:pt>
    <dgm:pt modelId="{6AB3BBA4-8613-4C74-89BB-F5C25FC9EFE9}">
      <dgm:prSet/>
      <dgm:spPr/>
      <dgm:t>
        <a:bodyPr/>
        <a:lstStyle/>
        <a:p>
          <a:r>
            <a:rPr lang="en-US" dirty="0">
              <a:latin typeface="Bodoni MT" panose="02070603080606020203" pitchFamily="18" charset="0"/>
            </a:rPr>
            <a:t>TICKET</a:t>
          </a:r>
          <a:endParaRPr lang="en-IN" dirty="0">
            <a:latin typeface="Bodoni MT" panose="02070603080606020203" pitchFamily="18" charset="0"/>
          </a:endParaRPr>
        </a:p>
      </dgm:t>
    </dgm:pt>
    <dgm:pt modelId="{F547B9C0-468C-4D79-A3DC-A0EA27521D84}" type="parTrans" cxnId="{4EF475C4-1B87-4787-8E19-FCECF42CB8CE}">
      <dgm:prSet/>
      <dgm:spPr/>
      <dgm:t>
        <a:bodyPr/>
        <a:lstStyle/>
        <a:p>
          <a:endParaRPr lang="en-IN"/>
        </a:p>
      </dgm:t>
    </dgm:pt>
    <dgm:pt modelId="{350D9EF7-080E-49B0-AF0A-6709595A738A}" type="sibTrans" cxnId="{4EF475C4-1B87-4787-8E19-FCECF42CB8CE}">
      <dgm:prSet/>
      <dgm:spPr/>
      <dgm:t>
        <a:bodyPr/>
        <a:lstStyle/>
        <a:p>
          <a:endParaRPr lang="en-IN"/>
        </a:p>
      </dgm:t>
    </dgm:pt>
    <dgm:pt modelId="{2BA1403A-D4F7-46FF-899C-5594F24105D4}">
      <dgm:prSet custT="1"/>
      <dgm:spPr/>
      <dgm:t>
        <a:bodyPr/>
        <a:lstStyle/>
        <a:p>
          <a:r>
            <a:rPr lang="en-US" sz="1300" dirty="0">
              <a:latin typeface="Bodoni MT" panose="02070603080606020203" pitchFamily="18" charset="0"/>
            </a:rPr>
            <a:t>Ticket_ID</a:t>
          </a:r>
          <a:br>
            <a:rPr lang="en-US" sz="1300" dirty="0">
              <a:latin typeface="Bodoni MT" panose="02070603080606020203" pitchFamily="18" charset="0"/>
            </a:rPr>
          </a:br>
          <a:r>
            <a:rPr lang="en-US" sz="1300" dirty="0">
              <a:latin typeface="Bodoni MT" panose="02070603080606020203" pitchFamily="18" charset="0"/>
            </a:rPr>
            <a:t>Passenger_ID</a:t>
          </a:r>
          <a:br>
            <a:rPr lang="en-US" sz="1300" dirty="0">
              <a:latin typeface="Bodoni MT" panose="02070603080606020203" pitchFamily="18" charset="0"/>
            </a:rPr>
          </a:br>
          <a:r>
            <a:rPr lang="en-US" sz="1300" dirty="0">
              <a:latin typeface="Bodoni MT" panose="02070603080606020203" pitchFamily="18" charset="0"/>
            </a:rPr>
            <a:t>Train_ID</a:t>
          </a:r>
          <a:br>
            <a:rPr lang="en-US" sz="1300" dirty="0">
              <a:latin typeface="Bodoni MT" panose="02070603080606020203" pitchFamily="18" charset="0"/>
            </a:rPr>
          </a:br>
          <a:r>
            <a:rPr lang="en-US" sz="1300" dirty="0">
              <a:latin typeface="Bodoni MT" panose="02070603080606020203" pitchFamily="18" charset="0"/>
            </a:rPr>
            <a:t>Booking_Date</a:t>
          </a:r>
          <a:br>
            <a:rPr lang="en-US" sz="1300" dirty="0">
              <a:latin typeface="Bodoni MT" panose="02070603080606020203" pitchFamily="18" charset="0"/>
            </a:rPr>
          </a:br>
          <a:r>
            <a:rPr lang="en-US" sz="1300" dirty="0">
              <a:latin typeface="Bodoni MT" panose="02070603080606020203" pitchFamily="18" charset="0"/>
            </a:rPr>
            <a:t>Journey_Date</a:t>
          </a:r>
          <a:br>
            <a:rPr lang="en-US" sz="1300" dirty="0">
              <a:latin typeface="Bodoni MT" panose="02070603080606020203" pitchFamily="18" charset="0"/>
            </a:rPr>
          </a:br>
          <a:r>
            <a:rPr lang="en-US" sz="1300" dirty="0">
              <a:latin typeface="Bodoni MT" panose="02070603080606020203" pitchFamily="18" charset="0"/>
            </a:rPr>
            <a:t>Class </a:t>
          </a:r>
          <a:br>
            <a:rPr lang="en-US" sz="1300" dirty="0">
              <a:latin typeface="Bodoni MT" panose="02070603080606020203" pitchFamily="18" charset="0"/>
            </a:rPr>
          </a:br>
          <a:r>
            <a:rPr lang="en-US" sz="1300" dirty="0">
              <a:latin typeface="Bodoni MT" panose="02070603080606020203" pitchFamily="18" charset="0"/>
            </a:rPr>
            <a:t>Seat_Number</a:t>
          </a:r>
          <a:br>
            <a:rPr lang="en-US" sz="1300" dirty="0">
              <a:latin typeface="Bodoni MT" panose="02070603080606020203" pitchFamily="18" charset="0"/>
            </a:rPr>
          </a:br>
          <a:r>
            <a:rPr lang="en-US" sz="1300" dirty="0">
              <a:latin typeface="Bodoni MT" panose="02070603080606020203" pitchFamily="18" charset="0"/>
            </a:rPr>
            <a:t>Status</a:t>
          </a:r>
          <a:endParaRPr lang="en-IN" sz="1300" dirty="0">
            <a:latin typeface="Bodoni MT" panose="02070603080606020203" pitchFamily="18" charset="0"/>
          </a:endParaRPr>
        </a:p>
      </dgm:t>
    </dgm:pt>
    <dgm:pt modelId="{66A2D6CA-A6A0-497A-B669-5FF6E808CEC4}" type="parTrans" cxnId="{3A1D956E-CB2B-4AEC-B98D-05B8D35BEECF}">
      <dgm:prSet/>
      <dgm:spPr/>
      <dgm:t>
        <a:bodyPr/>
        <a:lstStyle/>
        <a:p>
          <a:endParaRPr lang="en-IN"/>
        </a:p>
      </dgm:t>
    </dgm:pt>
    <dgm:pt modelId="{9BAFB0C9-7083-4240-B0D8-90B7C46DB353}" type="sibTrans" cxnId="{3A1D956E-CB2B-4AEC-B98D-05B8D35BEECF}">
      <dgm:prSet/>
      <dgm:spPr/>
      <dgm:t>
        <a:bodyPr/>
        <a:lstStyle/>
        <a:p>
          <a:endParaRPr lang="en-IN"/>
        </a:p>
      </dgm:t>
    </dgm:pt>
    <dgm:pt modelId="{49662E89-DD21-45FB-AFE5-B9E2036A782C}">
      <dgm:prSet/>
      <dgm:spPr/>
      <dgm:t>
        <a:bodyPr/>
        <a:lstStyle/>
        <a:p>
          <a:r>
            <a:rPr lang="en-US" dirty="0">
              <a:latin typeface="Bodoni MT" panose="02070603080606020203" pitchFamily="18" charset="0"/>
            </a:rPr>
            <a:t>PAYMENT</a:t>
          </a:r>
          <a:endParaRPr lang="en-IN" dirty="0">
            <a:latin typeface="Bodoni MT" panose="02070603080606020203" pitchFamily="18" charset="0"/>
          </a:endParaRPr>
        </a:p>
      </dgm:t>
    </dgm:pt>
    <dgm:pt modelId="{F1512FF1-01AE-4303-8882-8F0F1B88878F}" type="parTrans" cxnId="{E26F439C-E0D2-49BE-9E81-7A612986B4F1}">
      <dgm:prSet/>
      <dgm:spPr/>
      <dgm:t>
        <a:bodyPr/>
        <a:lstStyle/>
        <a:p>
          <a:endParaRPr lang="en-IN"/>
        </a:p>
      </dgm:t>
    </dgm:pt>
    <dgm:pt modelId="{176C6E6C-718C-4E50-BEF5-A3B124AA61AF}" type="sibTrans" cxnId="{E26F439C-E0D2-49BE-9E81-7A612986B4F1}">
      <dgm:prSet/>
      <dgm:spPr/>
      <dgm:t>
        <a:bodyPr/>
        <a:lstStyle/>
        <a:p>
          <a:endParaRPr lang="en-IN"/>
        </a:p>
      </dgm:t>
    </dgm:pt>
    <dgm:pt modelId="{4DE08112-386C-47A2-8578-8AE970E2B9F4}">
      <dgm:prSet custT="1"/>
      <dgm:spPr/>
      <dgm:t>
        <a:bodyPr/>
        <a:lstStyle/>
        <a:p>
          <a:r>
            <a:rPr lang="en-US" sz="1400" dirty="0">
              <a:latin typeface="Bodoni MT" panose="02070603080606020203" pitchFamily="18" charset="0"/>
            </a:rPr>
            <a:t>Payment_ID </a:t>
          </a:r>
          <a:br>
            <a:rPr lang="en-US" sz="1400" dirty="0">
              <a:latin typeface="Bodoni MT" panose="02070603080606020203" pitchFamily="18" charset="0"/>
            </a:rPr>
          </a:br>
          <a:r>
            <a:rPr lang="en-US" sz="1400" dirty="0">
              <a:latin typeface="Bodoni MT" panose="02070603080606020203" pitchFamily="18" charset="0"/>
            </a:rPr>
            <a:t>Ticket_ID</a:t>
          </a:r>
          <a:br>
            <a:rPr lang="en-US" sz="1400" dirty="0">
              <a:latin typeface="Bodoni MT" panose="02070603080606020203" pitchFamily="18" charset="0"/>
            </a:rPr>
          </a:br>
          <a:r>
            <a:rPr lang="en-US" sz="1400" dirty="0">
              <a:latin typeface="Bodoni MT" panose="02070603080606020203" pitchFamily="18" charset="0"/>
            </a:rPr>
            <a:t>Payment_Mode</a:t>
          </a:r>
          <a:br>
            <a:rPr lang="en-US" sz="1400" dirty="0">
              <a:latin typeface="Bodoni MT" panose="02070603080606020203" pitchFamily="18" charset="0"/>
            </a:rPr>
          </a:br>
          <a:r>
            <a:rPr lang="en-US" sz="1400" dirty="0">
              <a:latin typeface="Bodoni MT" panose="02070603080606020203" pitchFamily="18" charset="0"/>
            </a:rPr>
            <a:t>Amount</a:t>
          </a:r>
          <a:br>
            <a:rPr lang="en-US" sz="1400" dirty="0">
              <a:latin typeface="Bodoni MT" panose="02070603080606020203" pitchFamily="18" charset="0"/>
            </a:rPr>
          </a:br>
          <a:r>
            <a:rPr lang="en-US" sz="1400" dirty="0">
              <a:latin typeface="Bodoni MT" panose="02070603080606020203" pitchFamily="18" charset="0"/>
            </a:rPr>
            <a:t>Payment Status</a:t>
          </a:r>
          <a:br>
            <a:rPr lang="en-US" sz="1400" dirty="0">
              <a:latin typeface="Bodoni MT" panose="02070603080606020203" pitchFamily="18" charset="0"/>
            </a:rPr>
          </a:br>
          <a:r>
            <a:rPr lang="en-US" sz="1400" dirty="0">
              <a:latin typeface="Bodoni MT" panose="02070603080606020203" pitchFamily="18" charset="0"/>
            </a:rPr>
            <a:t>Transaction_Date</a:t>
          </a:r>
          <a:endParaRPr lang="en-IN" sz="1400" dirty="0">
            <a:latin typeface="Bodoni MT" panose="02070603080606020203" pitchFamily="18" charset="0"/>
          </a:endParaRPr>
        </a:p>
      </dgm:t>
    </dgm:pt>
    <dgm:pt modelId="{5154F6F0-011A-4237-9B80-E9697275F603}" type="parTrans" cxnId="{2318D67D-976A-4D82-9A59-634CB60F5C75}">
      <dgm:prSet/>
      <dgm:spPr/>
      <dgm:t>
        <a:bodyPr/>
        <a:lstStyle/>
        <a:p>
          <a:endParaRPr lang="en-IN"/>
        </a:p>
      </dgm:t>
    </dgm:pt>
    <dgm:pt modelId="{F4E8D680-B3C7-4E1E-8F30-D63D0FA75E72}" type="sibTrans" cxnId="{2318D67D-976A-4D82-9A59-634CB60F5C75}">
      <dgm:prSet/>
      <dgm:spPr/>
      <dgm:t>
        <a:bodyPr/>
        <a:lstStyle/>
        <a:p>
          <a:endParaRPr lang="en-IN"/>
        </a:p>
      </dgm:t>
    </dgm:pt>
    <dgm:pt modelId="{C02AC3FB-A34B-4276-9C47-749D871A20A2}">
      <dgm:prSet/>
      <dgm:spPr/>
      <dgm:t>
        <a:bodyPr/>
        <a:lstStyle/>
        <a:p>
          <a:r>
            <a:rPr lang="en-US" dirty="0">
              <a:latin typeface="Bodoni MT" panose="02070603080606020203" pitchFamily="18" charset="0"/>
            </a:rPr>
            <a:t>STATION</a:t>
          </a:r>
          <a:endParaRPr lang="en-IN" dirty="0">
            <a:latin typeface="Bodoni MT" panose="02070603080606020203" pitchFamily="18" charset="0"/>
          </a:endParaRPr>
        </a:p>
      </dgm:t>
    </dgm:pt>
    <dgm:pt modelId="{D56F90CE-136B-489F-BF81-759FC9E42318}" type="parTrans" cxnId="{94D41278-4EDC-4376-B68B-6ABD9DBD6D5B}">
      <dgm:prSet/>
      <dgm:spPr/>
      <dgm:t>
        <a:bodyPr/>
        <a:lstStyle/>
        <a:p>
          <a:endParaRPr lang="en-IN"/>
        </a:p>
      </dgm:t>
    </dgm:pt>
    <dgm:pt modelId="{8AD87128-76B7-4972-969E-28ED5B9325B7}" type="sibTrans" cxnId="{94D41278-4EDC-4376-B68B-6ABD9DBD6D5B}">
      <dgm:prSet/>
      <dgm:spPr/>
      <dgm:t>
        <a:bodyPr/>
        <a:lstStyle/>
        <a:p>
          <a:endParaRPr lang="en-IN"/>
        </a:p>
      </dgm:t>
    </dgm:pt>
    <dgm:pt modelId="{8F3FB26B-E1ED-4FB8-863F-900EC0DDE63F}">
      <dgm:prSet custT="1"/>
      <dgm:spPr/>
      <dgm:t>
        <a:bodyPr/>
        <a:lstStyle/>
        <a:p>
          <a:r>
            <a:rPr lang="en-US" sz="1400" dirty="0">
              <a:latin typeface="Bodoni MT" panose="02070603080606020203" pitchFamily="18" charset="0"/>
            </a:rPr>
            <a:t>Station_ID</a:t>
          </a:r>
          <a:br>
            <a:rPr lang="en-US" sz="1400" dirty="0">
              <a:latin typeface="Bodoni MT" panose="02070603080606020203" pitchFamily="18" charset="0"/>
            </a:rPr>
          </a:br>
          <a:r>
            <a:rPr lang="en-US" sz="1400" dirty="0">
              <a:latin typeface="Bodoni MT" panose="02070603080606020203" pitchFamily="18" charset="0"/>
            </a:rPr>
            <a:t>Station_Name</a:t>
          </a:r>
          <a:br>
            <a:rPr lang="en-US" sz="1400" dirty="0">
              <a:latin typeface="Bodoni MT" panose="02070603080606020203" pitchFamily="18" charset="0"/>
            </a:rPr>
          </a:br>
          <a:r>
            <a:rPr lang="en-US" sz="1400" dirty="0">
              <a:latin typeface="Bodoni MT" panose="02070603080606020203" pitchFamily="18" charset="0"/>
            </a:rPr>
            <a:t>Location</a:t>
          </a:r>
          <a:br>
            <a:rPr lang="en-US" sz="1400" dirty="0">
              <a:latin typeface="Bodoni MT" panose="02070603080606020203" pitchFamily="18" charset="0"/>
            </a:rPr>
          </a:br>
          <a:r>
            <a:rPr lang="en-US" sz="1400" dirty="0">
              <a:latin typeface="Bodoni MT" panose="02070603080606020203" pitchFamily="18" charset="0"/>
            </a:rPr>
            <a:t>Station_Code</a:t>
          </a:r>
          <a:endParaRPr lang="en-IN" sz="1400" dirty="0">
            <a:latin typeface="Bodoni MT" panose="02070603080606020203" pitchFamily="18" charset="0"/>
          </a:endParaRPr>
        </a:p>
      </dgm:t>
    </dgm:pt>
    <dgm:pt modelId="{5615851E-E1DE-463B-AB1D-A53638AF6FA7}" type="parTrans" cxnId="{D31D54E1-0502-43CC-9F5A-1FCB02561700}">
      <dgm:prSet/>
      <dgm:spPr/>
      <dgm:t>
        <a:bodyPr/>
        <a:lstStyle/>
        <a:p>
          <a:endParaRPr lang="en-IN"/>
        </a:p>
      </dgm:t>
    </dgm:pt>
    <dgm:pt modelId="{0AE08B87-1A56-4420-8D4C-6E6396979F5A}" type="sibTrans" cxnId="{D31D54E1-0502-43CC-9F5A-1FCB02561700}">
      <dgm:prSet/>
      <dgm:spPr/>
      <dgm:t>
        <a:bodyPr/>
        <a:lstStyle/>
        <a:p>
          <a:endParaRPr lang="en-IN"/>
        </a:p>
      </dgm:t>
    </dgm:pt>
    <dgm:pt modelId="{8DE2ECCD-97CE-4012-BF50-98DDC6E67D44}">
      <dgm:prSet/>
      <dgm:spPr/>
      <dgm:t>
        <a:bodyPr/>
        <a:lstStyle/>
        <a:p>
          <a:r>
            <a:rPr lang="en-US" dirty="0">
              <a:latin typeface="Bodoni MT" panose="02070603080606020203" pitchFamily="18" charset="0"/>
            </a:rPr>
            <a:t>COACH</a:t>
          </a:r>
          <a:endParaRPr lang="en-IN" dirty="0">
            <a:latin typeface="Bodoni MT" panose="02070603080606020203" pitchFamily="18" charset="0"/>
          </a:endParaRPr>
        </a:p>
      </dgm:t>
    </dgm:pt>
    <dgm:pt modelId="{0A130DD3-BFC2-4F51-9C94-0F085DB45BB1}" type="parTrans" cxnId="{9BE4E400-5D12-4AE2-8D9D-8B1173F41FF4}">
      <dgm:prSet/>
      <dgm:spPr/>
      <dgm:t>
        <a:bodyPr/>
        <a:lstStyle/>
        <a:p>
          <a:endParaRPr lang="en-IN"/>
        </a:p>
      </dgm:t>
    </dgm:pt>
    <dgm:pt modelId="{9E17EDAA-8945-4479-BE97-293C798CA913}" type="sibTrans" cxnId="{9BE4E400-5D12-4AE2-8D9D-8B1173F41FF4}">
      <dgm:prSet/>
      <dgm:spPr/>
      <dgm:t>
        <a:bodyPr/>
        <a:lstStyle/>
        <a:p>
          <a:endParaRPr lang="en-IN"/>
        </a:p>
      </dgm:t>
    </dgm:pt>
    <dgm:pt modelId="{97129078-F334-4BBE-9986-CDD70D3932E8}">
      <dgm:prSet custT="1"/>
      <dgm:spPr/>
      <dgm:t>
        <a:bodyPr/>
        <a:lstStyle/>
        <a:p>
          <a:r>
            <a:rPr lang="en-US" sz="1400" dirty="0">
              <a:latin typeface="Bodoni MT" panose="02070603080606020203" pitchFamily="18" charset="0"/>
            </a:rPr>
            <a:t>Coach_ID</a:t>
          </a:r>
          <a:br>
            <a:rPr lang="en-US" sz="1400" dirty="0">
              <a:latin typeface="Bodoni MT" panose="02070603080606020203" pitchFamily="18" charset="0"/>
            </a:rPr>
          </a:br>
          <a:r>
            <a:rPr lang="en-US" sz="1400" dirty="0">
              <a:latin typeface="Bodoni MT" panose="02070603080606020203" pitchFamily="18" charset="0"/>
            </a:rPr>
            <a:t>Train_ID</a:t>
          </a:r>
          <a:br>
            <a:rPr lang="en-US" sz="1400" dirty="0">
              <a:latin typeface="Bodoni MT" panose="02070603080606020203" pitchFamily="18" charset="0"/>
            </a:rPr>
          </a:br>
          <a:r>
            <a:rPr lang="en-US" sz="1400" dirty="0">
              <a:latin typeface="Bodoni MT" panose="02070603080606020203" pitchFamily="18" charset="0"/>
            </a:rPr>
            <a:t>Coach_Number</a:t>
          </a:r>
          <a:br>
            <a:rPr lang="en-US" sz="1400" dirty="0">
              <a:latin typeface="Bodoni MT" panose="02070603080606020203" pitchFamily="18" charset="0"/>
            </a:rPr>
          </a:br>
          <a:r>
            <a:rPr lang="en-US" sz="1400" dirty="0">
              <a:latin typeface="Bodoni MT" panose="02070603080606020203" pitchFamily="18" charset="0"/>
            </a:rPr>
            <a:t>Coach_Type</a:t>
          </a:r>
          <a:br>
            <a:rPr lang="en-US" sz="1400" dirty="0">
              <a:latin typeface="Bodoni MT" panose="02070603080606020203" pitchFamily="18" charset="0"/>
            </a:rPr>
          </a:br>
          <a:r>
            <a:rPr lang="en-US" sz="1400" dirty="0">
              <a:latin typeface="Bodoni MT" panose="02070603080606020203" pitchFamily="18" charset="0"/>
            </a:rPr>
            <a:t>Total_Seats</a:t>
          </a:r>
          <a:endParaRPr lang="en-IN" sz="1400" dirty="0">
            <a:latin typeface="Bodoni MT" panose="02070603080606020203" pitchFamily="18" charset="0"/>
          </a:endParaRPr>
        </a:p>
      </dgm:t>
    </dgm:pt>
    <dgm:pt modelId="{517275E3-8828-4A13-8972-278310D287BB}" type="parTrans" cxnId="{4A98CF15-A3D9-4652-8459-242BF02EB137}">
      <dgm:prSet/>
      <dgm:spPr/>
      <dgm:t>
        <a:bodyPr/>
        <a:lstStyle/>
        <a:p>
          <a:endParaRPr lang="en-IN"/>
        </a:p>
      </dgm:t>
    </dgm:pt>
    <dgm:pt modelId="{47670374-3F94-4215-BFD2-8161BDEF7CC7}" type="sibTrans" cxnId="{4A98CF15-A3D9-4652-8459-242BF02EB137}">
      <dgm:prSet/>
      <dgm:spPr/>
      <dgm:t>
        <a:bodyPr/>
        <a:lstStyle/>
        <a:p>
          <a:endParaRPr lang="en-IN"/>
        </a:p>
      </dgm:t>
    </dgm:pt>
    <dgm:pt modelId="{3777D1EE-C91A-4C02-AE2B-6CE3316871B0}">
      <dgm:prSet/>
      <dgm:spPr/>
      <dgm:t>
        <a:bodyPr/>
        <a:lstStyle/>
        <a:p>
          <a:r>
            <a:rPr lang="en-US" dirty="0">
              <a:latin typeface="Bodoni MT" panose="02070603080606020203" pitchFamily="18" charset="0"/>
            </a:rPr>
            <a:t>EMPLOYEE</a:t>
          </a:r>
          <a:endParaRPr lang="en-IN" dirty="0">
            <a:latin typeface="Bodoni MT" panose="02070603080606020203" pitchFamily="18" charset="0"/>
          </a:endParaRPr>
        </a:p>
      </dgm:t>
    </dgm:pt>
    <dgm:pt modelId="{D84AD737-8C35-4A0C-84EF-B4F686BCA27D}" type="parTrans" cxnId="{3F628729-1FEB-4E48-97A2-2F59E3169F34}">
      <dgm:prSet/>
      <dgm:spPr/>
      <dgm:t>
        <a:bodyPr/>
        <a:lstStyle/>
        <a:p>
          <a:endParaRPr lang="en-IN"/>
        </a:p>
      </dgm:t>
    </dgm:pt>
    <dgm:pt modelId="{81DDF43D-C2F3-47EE-B540-3AB8A0FED1B0}" type="sibTrans" cxnId="{3F628729-1FEB-4E48-97A2-2F59E3169F34}">
      <dgm:prSet/>
      <dgm:spPr/>
      <dgm:t>
        <a:bodyPr/>
        <a:lstStyle/>
        <a:p>
          <a:endParaRPr lang="en-IN"/>
        </a:p>
      </dgm:t>
    </dgm:pt>
    <dgm:pt modelId="{21F4A46A-A7D9-4EC7-B05B-E34630988E75}">
      <dgm:prSet custT="1"/>
      <dgm:spPr/>
      <dgm:t>
        <a:bodyPr/>
        <a:lstStyle/>
        <a:p>
          <a:r>
            <a:rPr lang="en-US" sz="1400" dirty="0">
              <a:latin typeface="Bodoni MT" panose="02070603080606020203" pitchFamily="18" charset="0"/>
            </a:rPr>
            <a:t>Employee_ID </a:t>
          </a:r>
          <a:br>
            <a:rPr lang="en-US" sz="1400" dirty="0">
              <a:latin typeface="Bodoni MT" panose="02070603080606020203" pitchFamily="18" charset="0"/>
            </a:rPr>
          </a:br>
          <a:r>
            <a:rPr lang="en-US" sz="1400" dirty="0">
              <a:latin typeface="Bodoni MT" panose="02070603080606020203" pitchFamily="18" charset="0"/>
            </a:rPr>
            <a:t>Name</a:t>
          </a:r>
          <a:br>
            <a:rPr lang="en-US" sz="1400" dirty="0">
              <a:latin typeface="Bodoni MT" panose="02070603080606020203" pitchFamily="18" charset="0"/>
            </a:rPr>
          </a:br>
          <a:r>
            <a:rPr lang="en-US" sz="1400" dirty="0">
              <a:latin typeface="Bodoni MT" panose="02070603080606020203" pitchFamily="18" charset="0"/>
            </a:rPr>
            <a:t>Age</a:t>
          </a:r>
          <a:br>
            <a:rPr lang="en-US" sz="1400" dirty="0">
              <a:latin typeface="Bodoni MT" panose="02070603080606020203" pitchFamily="18" charset="0"/>
            </a:rPr>
          </a:br>
          <a:r>
            <a:rPr lang="en-US" sz="1400" dirty="0">
              <a:latin typeface="Bodoni MT" panose="02070603080606020203" pitchFamily="18" charset="0"/>
            </a:rPr>
            <a:t>Gender</a:t>
          </a:r>
          <a:br>
            <a:rPr lang="en-US" sz="1400" dirty="0">
              <a:latin typeface="Bodoni MT" panose="02070603080606020203" pitchFamily="18" charset="0"/>
            </a:rPr>
          </a:br>
          <a:r>
            <a:rPr lang="en-US" sz="1400" dirty="0">
              <a:latin typeface="Bodoni MT" panose="02070603080606020203" pitchFamily="18" charset="0"/>
            </a:rPr>
            <a:t>Role</a:t>
          </a:r>
          <a:br>
            <a:rPr lang="en-US" sz="1400" dirty="0">
              <a:latin typeface="Bodoni MT" panose="02070603080606020203" pitchFamily="18" charset="0"/>
            </a:rPr>
          </a:br>
          <a:r>
            <a:rPr lang="en-US" sz="1400" dirty="0">
              <a:latin typeface="Bodoni MT" panose="02070603080606020203" pitchFamily="18" charset="0"/>
            </a:rPr>
            <a:t>Contact_Number</a:t>
          </a:r>
          <a:br>
            <a:rPr lang="en-US" sz="1400" dirty="0">
              <a:latin typeface="Bodoni MT" panose="02070603080606020203" pitchFamily="18" charset="0"/>
            </a:rPr>
          </a:br>
          <a:r>
            <a:rPr lang="en-US" sz="1400" dirty="0">
              <a:latin typeface="Bodoni MT" panose="02070603080606020203" pitchFamily="18" charset="0"/>
            </a:rPr>
            <a:t>Assigned_Train </a:t>
          </a:r>
        </a:p>
      </dgm:t>
    </dgm:pt>
    <dgm:pt modelId="{0BF258E1-510E-4044-93D3-E2993BC00A81}" type="parTrans" cxnId="{B7FC342C-73A8-40D6-9D90-E44B875DC64E}">
      <dgm:prSet/>
      <dgm:spPr/>
      <dgm:t>
        <a:bodyPr/>
        <a:lstStyle/>
        <a:p>
          <a:endParaRPr lang="en-IN"/>
        </a:p>
      </dgm:t>
    </dgm:pt>
    <dgm:pt modelId="{F05F98E1-08C2-470F-B0AC-37A6CE306520}" type="sibTrans" cxnId="{B7FC342C-73A8-40D6-9D90-E44B875DC64E}">
      <dgm:prSet/>
      <dgm:spPr/>
      <dgm:t>
        <a:bodyPr/>
        <a:lstStyle/>
        <a:p>
          <a:endParaRPr lang="en-IN"/>
        </a:p>
      </dgm:t>
    </dgm:pt>
    <dgm:pt modelId="{95881F75-FFBB-4D4A-B81A-EAE13826820F}">
      <dgm:prSet/>
      <dgm:spPr/>
      <dgm:t>
        <a:bodyPr/>
        <a:lstStyle/>
        <a:p>
          <a:r>
            <a:rPr lang="en-US" dirty="0">
              <a:latin typeface="Bodoni MT" panose="02070603080606020203" pitchFamily="18" charset="0"/>
            </a:rPr>
            <a:t>FOOD</a:t>
          </a:r>
          <a:r>
            <a:rPr lang="en-US" dirty="0"/>
            <a:t> </a:t>
          </a:r>
          <a:r>
            <a:rPr lang="en-US" dirty="0">
              <a:latin typeface="Bodoni MT" panose="02070603080606020203" pitchFamily="18" charset="0"/>
            </a:rPr>
            <a:t>ORDER</a:t>
          </a:r>
        </a:p>
      </dgm:t>
    </dgm:pt>
    <dgm:pt modelId="{7FBAC9B8-0158-4112-A8BF-BB1937229CC1}" type="parTrans" cxnId="{F581C630-6536-48D6-9927-EFA99EA91184}">
      <dgm:prSet/>
      <dgm:spPr/>
      <dgm:t>
        <a:bodyPr/>
        <a:lstStyle/>
        <a:p>
          <a:endParaRPr lang="en-IN"/>
        </a:p>
      </dgm:t>
    </dgm:pt>
    <dgm:pt modelId="{3B2CDE4B-EFAE-447B-ACC4-2D88751AE1A1}" type="sibTrans" cxnId="{F581C630-6536-48D6-9927-EFA99EA91184}">
      <dgm:prSet/>
      <dgm:spPr/>
      <dgm:t>
        <a:bodyPr/>
        <a:lstStyle/>
        <a:p>
          <a:endParaRPr lang="en-IN"/>
        </a:p>
      </dgm:t>
    </dgm:pt>
    <dgm:pt modelId="{BCE9B527-7261-4F17-89D7-B48C016ECDA9}">
      <dgm:prSet custT="1"/>
      <dgm:spPr/>
      <dgm:t>
        <a:bodyPr/>
        <a:lstStyle/>
        <a:p>
          <a:r>
            <a:rPr lang="en-US" sz="1400" dirty="0">
              <a:latin typeface="Bodoni MT" panose="02070603080606020203" pitchFamily="18" charset="0"/>
            </a:rPr>
            <a:t>Order_ID</a:t>
          </a:r>
          <a:br>
            <a:rPr lang="en-US" sz="1400" dirty="0">
              <a:latin typeface="Bodoni MT" panose="02070603080606020203" pitchFamily="18" charset="0"/>
            </a:rPr>
          </a:br>
          <a:r>
            <a:rPr lang="en-US" sz="1400" dirty="0">
              <a:latin typeface="Bodoni MT" panose="02070603080606020203" pitchFamily="18" charset="0"/>
            </a:rPr>
            <a:t>Passenger_ID</a:t>
          </a:r>
          <a:br>
            <a:rPr lang="en-US" sz="1400" dirty="0">
              <a:latin typeface="Bodoni MT" panose="02070603080606020203" pitchFamily="18" charset="0"/>
            </a:rPr>
          </a:br>
          <a:r>
            <a:rPr lang="en-US" sz="1400" dirty="0">
              <a:latin typeface="Bodoni MT" panose="02070603080606020203" pitchFamily="18" charset="0"/>
            </a:rPr>
            <a:t>Train_ID</a:t>
          </a:r>
          <a:br>
            <a:rPr lang="en-US" sz="1400" dirty="0">
              <a:latin typeface="Bodoni MT" panose="02070603080606020203" pitchFamily="18" charset="0"/>
            </a:rPr>
          </a:br>
          <a:r>
            <a:rPr lang="en-US" sz="1400" dirty="0">
              <a:latin typeface="Bodoni MT" panose="02070603080606020203" pitchFamily="18" charset="0"/>
            </a:rPr>
            <a:t>Order_Date, Food_Item</a:t>
          </a:r>
          <a:br>
            <a:rPr lang="en-US" sz="1400" dirty="0">
              <a:latin typeface="Bodoni MT" panose="02070603080606020203" pitchFamily="18" charset="0"/>
            </a:rPr>
          </a:br>
          <a:r>
            <a:rPr lang="en-US" sz="1400" dirty="0">
              <a:latin typeface="Bodoni MT" panose="02070603080606020203" pitchFamily="18" charset="0"/>
            </a:rPr>
            <a:t>Quantity</a:t>
          </a:r>
          <a:br>
            <a:rPr lang="en-US" sz="1400" dirty="0">
              <a:latin typeface="Bodoni MT" panose="02070603080606020203" pitchFamily="18" charset="0"/>
            </a:rPr>
          </a:br>
          <a:r>
            <a:rPr lang="en-US" sz="1400" dirty="0">
              <a:latin typeface="Bodoni MT" panose="02070603080606020203" pitchFamily="18" charset="0"/>
            </a:rPr>
            <a:t>Total_Price, Payment_Status </a:t>
          </a:r>
        </a:p>
      </dgm:t>
    </dgm:pt>
    <dgm:pt modelId="{F03B65EE-D649-4FBA-9187-4812CA3C4416}" type="parTrans" cxnId="{CFDA1088-82A0-43D3-9753-EF5052814208}">
      <dgm:prSet/>
      <dgm:spPr/>
      <dgm:t>
        <a:bodyPr/>
        <a:lstStyle/>
        <a:p>
          <a:endParaRPr lang="en-IN"/>
        </a:p>
      </dgm:t>
    </dgm:pt>
    <dgm:pt modelId="{D9D302E4-0408-4753-B4D9-60CB5E6526DB}" type="sibTrans" cxnId="{CFDA1088-82A0-43D3-9753-EF5052814208}">
      <dgm:prSet/>
      <dgm:spPr/>
      <dgm:t>
        <a:bodyPr/>
        <a:lstStyle/>
        <a:p>
          <a:endParaRPr lang="en-IN"/>
        </a:p>
      </dgm:t>
    </dgm:pt>
    <dgm:pt modelId="{B4A6AECD-0F1E-4F3D-85BB-51B23F2343A6}">
      <dgm:prSet/>
      <dgm:spPr/>
      <dgm:t>
        <a:bodyPr/>
        <a:lstStyle/>
        <a:p>
          <a:r>
            <a:rPr lang="en-US" dirty="0">
              <a:latin typeface="Bodoni MT" panose="02070603080606020203" pitchFamily="18" charset="0"/>
            </a:rPr>
            <a:t>ROUTE</a:t>
          </a:r>
        </a:p>
      </dgm:t>
    </dgm:pt>
    <dgm:pt modelId="{4A5E8EE4-8C0E-4EA0-AE7F-A98AFD324FA2}" type="parTrans" cxnId="{4DE619CD-C838-4FE3-9128-DE3EAEE86AE7}">
      <dgm:prSet/>
      <dgm:spPr/>
      <dgm:t>
        <a:bodyPr/>
        <a:lstStyle/>
        <a:p>
          <a:endParaRPr lang="en-IN"/>
        </a:p>
      </dgm:t>
    </dgm:pt>
    <dgm:pt modelId="{8904FAFB-E9AE-4DB7-B545-DFD8DD320948}" type="sibTrans" cxnId="{4DE619CD-C838-4FE3-9128-DE3EAEE86AE7}">
      <dgm:prSet/>
      <dgm:spPr/>
      <dgm:t>
        <a:bodyPr/>
        <a:lstStyle/>
        <a:p>
          <a:endParaRPr lang="en-IN"/>
        </a:p>
      </dgm:t>
    </dgm:pt>
    <dgm:pt modelId="{4075C3C2-606A-4E72-8AA0-DE5B7411E5BF}">
      <dgm:prSet custT="1"/>
      <dgm:spPr/>
      <dgm:t>
        <a:bodyPr/>
        <a:lstStyle/>
        <a:p>
          <a:r>
            <a:rPr lang="en-US" sz="1400" dirty="0">
              <a:latin typeface="Bodoni MT" panose="02070603080606020203" pitchFamily="18" charset="0"/>
            </a:rPr>
            <a:t>Route_ID</a:t>
          </a:r>
          <a:br>
            <a:rPr lang="en-US" sz="1400" dirty="0">
              <a:latin typeface="Bodoni MT" panose="02070603080606020203" pitchFamily="18" charset="0"/>
            </a:rPr>
          </a:br>
          <a:r>
            <a:rPr lang="en-US" sz="1400" dirty="0">
              <a:latin typeface="Bodoni MT" panose="02070603080606020203" pitchFamily="18" charset="0"/>
            </a:rPr>
            <a:t>Train_ID</a:t>
          </a:r>
          <a:br>
            <a:rPr lang="en-US" sz="1400" dirty="0">
              <a:latin typeface="Bodoni MT" panose="02070603080606020203" pitchFamily="18" charset="0"/>
            </a:rPr>
          </a:br>
          <a:r>
            <a:rPr lang="en-US" sz="1400" dirty="0">
              <a:latin typeface="Bodoni MT" panose="02070603080606020203" pitchFamily="18" charset="0"/>
            </a:rPr>
            <a:t>Station_ID</a:t>
          </a:r>
        </a:p>
      </dgm:t>
    </dgm:pt>
    <dgm:pt modelId="{C617FE53-552F-4AE8-A7AA-3AD29F13ACCB}" type="parTrans" cxnId="{811C266C-63D6-4D36-80E3-BB2EE27C76AC}">
      <dgm:prSet/>
      <dgm:spPr/>
      <dgm:t>
        <a:bodyPr/>
        <a:lstStyle/>
        <a:p>
          <a:endParaRPr lang="en-IN"/>
        </a:p>
      </dgm:t>
    </dgm:pt>
    <dgm:pt modelId="{3840A617-CAAE-4F5F-BDE8-80748618B006}" type="sibTrans" cxnId="{811C266C-63D6-4D36-80E3-BB2EE27C76AC}">
      <dgm:prSet/>
      <dgm:spPr/>
      <dgm:t>
        <a:bodyPr/>
        <a:lstStyle/>
        <a:p>
          <a:endParaRPr lang="en-IN"/>
        </a:p>
      </dgm:t>
    </dgm:pt>
    <dgm:pt modelId="{CA7D3DFD-8BD9-492A-8E37-E603F1D32A8C}">
      <dgm:prSet/>
      <dgm:spPr/>
      <dgm:t>
        <a:bodyPr/>
        <a:lstStyle/>
        <a:p>
          <a:r>
            <a:rPr lang="en-US" dirty="0">
              <a:latin typeface="Bodoni MT" panose="02070603080606020203" pitchFamily="18" charset="0"/>
            </a:rPr>
            <a:t>WAITLIST</a:t>
          </a:r>
        </a:p>
      </dgm:t>
    </dgm:pt>
    <dgm:pt modelId="{3CEB5FF5-381B-4AF5-A950-AAB804FE01BD}" type="parTrans" cxnId="{97913066-B13B-4F42-867D-EAAAF8ED6EF9}">
      <dgm:prSet/>
      <dgm:spPr/>
      <dgm:t>
        <a:bodyPr/>
        <a:lstStyle/>
        <a:p>
          <a:endParaRPr lang="en-IN"/>
        </a:p>
      </dgm:t>
    </dgm:pt>
    <dgm:pt modelId="{7097143D-A14A-422C-9C25-F1230C112D22}" type="sibTrans" cxnId="{97913066-B13B-4F42-867D-EAAAF8ED6EF9}">
      <dgm:prSet/>
      <dgm:spPr/>
      <dgm:t>
        <a:bodyPr/>
        <a:lstStyle/>
        <a:p>
          <a:endParaRPr lang="en-IN"/>
        </a:p>
      </dgm:t>
    </dgm:pt>
    <dgm:pt modelId="{60175B45-C87F-4C1D-98BC-9157FCE7BD66}">
      <dgm:prSet custT="1"/>
      <dgm:spPr/>
      <dgm:t>
        <a:bodyPr/>
        <a:lstStyle/>
        <a:p>
          <a:br>
            <a:rPr lang="en-IN" sz="1600" dirty="0">
              <a:latin typeface="Bodoni MT" panose="02070603080606020203" pitchFamily="18" charset="0"/>
            </a:rPr>
          </a:br>
          <a:br>
            <a:rPr lang="en-IN" sz="1600" dirty="0">
              <a:latin typeface="Bodoni MT" panose="02070603080606020203" pitchFamily="18" charset="0"/>
            </a:rPr>
          </a:br>
          <a:br>
            <a:rPr lang="en-IN" sz="1600" dirty="0">
              <a:latin typeface="Bodoni MT" panose="02070603080606020203" pitchFamily="18" charset="0"/>
            </a:rPr>
          </a:br>
          <a:r>
            <a:rPr lang="en-IN" sz="1400" dirty="0">
              <a:latin typeface="Bodoni MT" panose="02070603080606020203" pitchFamily="18" charset="0"/>
            </a:rPr>
            <a:t>Waitlist_ID</a:t>
          </a:r>
          <a:br>
            <a:rPr lang="en-IN" sz="1400" dirty="0">
              <a:latin typeface="Bodoni MT" panose="02070603080606020203" pitchFamily="18" charset="0"/>
            </a:rPr>
          </a:br>
          <a:r>
            <a:rPr lang="en-IN" sz="1400" dirty="0">
              <a:latin typeface="Bodoni MT" panose="02070603080606020203" pitchFamily="18" charset="0"/>
            </a:rPr>
            <a:t>Ticket_ID</a:t>
          </a:r>
          <a:br>
            <a:rPr lang="en-IN" sz="1400" dirty="0">
              <a:latin typeface="Bodoni MT" panose="02070603080606020203" pitchFamily="18" charset="0"/>
            </a:rPr>
          </a:br>
          <a:r>
            <a:rPr lang="en-IN" sz="1400" dirty="0">
              <a:latin typeface="Bodoni MT" panose="02070603080606020203" pitchFamily="18" charset="0"/>
            </a:rPr>
            <a:t>Passenger_ID</a:t>
          </a:r>
          <a:br>
            <a:rPr lang="en-IN" sz="1400" dirty="0">
              <a:latin typeface="Bodoni MT" panose="02070603080606020203" pitchFamily="18" charset="0"/>
            </a:rPr>
          </a:br>
          <a:r>
            <a:rPr lang="en-IN" sz="1400" dirty="0">
              <a:latin typeface="Bodoni MT" panose="02070603080606020203" pitchFamily="18" charset="0"/>
            </a:rPr>
            <a:t>Train_ID</a:t>
          </a:r>
          <a:br>
            <a:rPr lang="en-IN" sz="1400" dirty="0">
              <a:latin typeface="Bodoni MT" panose="02070603080606020203" pitchFamily="18" charset="0"/>
            </a:rPr>
          </a:br>
          <a:r>
            <a:rPr lang="en-IN" sz="1400" dirty="0">
              <a:latin typeface="Bodoni MT" panose="02070603080606020203" pitchFamily="18" charset="0"/>
            </a:rPr>
            <a:t>Waitlist_number</a:t>
          </a:r>
          <a:br>
            <a:rPr lang="en-IN" sz="1400" dirty="0">
              <a:latin typeface="Bodoni MT" panose="02070603080606020203" pitchFamily="18" charset="0"/>
            </a:rPr>
          </a:br>
          <a:r>
            <a:rPr lang="en-IN" sz="1400" dirty="0">
              <a:latin typeface="Bodoni MT" panose="02070603080606020203" pitchFamily="18" charset="0"/>
            </a:rPr>
            <a:t>Status</a:t>
          </a:r>
          <a:br>
            <a:rPr lang="en-IN" sz="1600" dirty="0">
              <a:latin typeface="Bodoni MT" panose="02070603080606020203" pitchFamily="18" charset="0"/>
            </a:rPr>
          </a:br>
          <a:br>
            <a:rPr lang="en-IN" sz="1600" dirty="0">
              <a:latin typeface="Bodoni MT" panose="02070603080606020203" pitchFamily="18" charset="0"/>
            </a:rPr>
          </a:br>
          <a:br>
            <a:rPr lang="en-IN" sz="900" dirty="0">
              <a:latin typeface="Bodoni MT" panose="02070603080606020203" pitchFamily="18" charset="0"/>
            </a:rPr>
          </a:br>
          <a:br>
            <a:rPr lang="en-IN" sz="900" dirty="0">
              <a:latin typeface="Bodoni MT" panose="02070603080606020203" pitchFamily="18" charset="0"/>
            </a:rPr>
          </a:br>
          <a:br>
            <a:rPr lang="en-IN" sz="900" dirty="0">
              <a:latin typeface="Bodoni MT" panose="02070603080606020203" pitchFamily="18" charset="0"/>
            </a:rPr>
          </a:br>
          <a:br>
            <a:rPr lang="en-IN" sz="900" dirty="0">
              <a:latin typeface="Bodoni MT" panose="02070603080606020203" pitchFamily="18" charset="0"/>
            </a:rPr>
          </a:br>
          <a:endParaRPr lang="en-US" sz="900" dirty="0">
            <a:latin typeface="Bodoni MT" panose="02070603080606020203" pitchFamily="18" charset="0"/>
          </a:endParaRPr>
        </a:p>
      </dgm:t>
    </dgm:pt>
    <dgm:pt modelId="{C60B30BD-E98E-4562-AF33-DA77AE771618}" type="parTrans" cxnId="{BF1813F8-2AC9-4909-9FD0-3BD9F52AF688}">
      <dgm:prSet/>
      <dgm:spPr/>
      <dgm:t>
        <a:bodyPr/>
        <a:lstStyle/>
        <a:p>
          <a:endParaRPr lang="en-IN"/>
        </a:p>
      </dgm:t>
    </dgm:pt>
    <dgm:pt modelId="{CC3C55FD-5100-46B8-9CC4-19AB6E32E2EE}" type="sibTrans" cxnId="{BF1813F8-2AC9-4909-9FD0-3BD9F52AF688}">
      <dgm:prSet/>
      <dgm:spPr/>
      <dgm:t>
        <a:bodyPr/>
        <a:lstStyle/>
        <a:p>
          <a:endParaRPr lang="en-IN"/>
        </a:p>
      </dgm:t>
    </dgm:pt>
    <dgm:pt modelId="{1ADF66AA-EBE1-4420-8B78-7B1EEEADAC86}" type="pres">
      <dgm:prSet presAssocID="{80AD9942-6470-4428-AF58-35922B868F38}" presName="Name0" presStyleCnt="0">
        <dgm:presLayoutVars>
          <dgm:chPref val="1"/>
          <dgm:dir/>
          <dgm:animOne val="branch"/>
          <dgm:animLvl val="lvl"/>
          <dgm:resizeHandles/>
        </dgm:presLayoutVars>
      </dgm:prSet>
      <dgm:spPr/>
    </dgm:pt>
    <dgm:pt modelId="{E7DB5E3E-48FC-4D0D-9096-8EBACF752988}" type="pres">
      <dgm:prSet presAssocID="{B0677CEA-DCA2-4027-B67E-421951F2BA92}" presName="vertOne" presStyleCnt="0"/>
      <dgm:spPr/>
    </dgm:pt>
    <dgm:pt modelId="{F6A4A7BE-C3BD-4B07-9EBE-9BC05ED3B323}" type="pres">
      <dgm:prSet presAssocID="{B0677CEA-DCA2-4027-B67E-421951F2BA92}" presName="txOne" presStyleLbl="node0" presStyleIdx="0" presStyleCnt="1" custScaleX="23988" custScaleY="40446" custLinFactNeighborX="0" custLinFactNeighborY="-48345">
        <dgm:presLayoutVars>
          <dgm:chPref val="3"/>
        </dgm:presLayoutVars>
      </dgm:prSet>
      <dgm:spPr/>
    </dgm:pt>
    <dgm:pt modelId="{FCFFAE19-D548-478F-A59B-7A2BD255A8D9}" type="pres">
      <dgm:prSet presAssocID="{B0677CEA-DCA2-4027-B67E-421951F2BA92}" presName="parTransOne" presStyleCnt="0"/>
      <dgm:spPr/>
    </dgm:pt>
    <dgm:pt modelId="{2C5711E4-D976-4C98-BAA0-C9EF21E3B73A}" type="pres">
      <dgm:prSet presAssocID="{B0677CEA-DCA2-4027-B67E-421951F2BA92}" presName="horzOne" presStyleCnt="0"/>
      <dgm:spPr/>
    </dgm:pt>
    <dgm:pt modelId="{517947F8-0F30-4C00-955F-06863D3E96F8}" type="pres">
      <dgm:prSet presAssocID="{7F3B725A-E261-477A-8057-1D4B463DE073}" presName="vertTwo" presStyleCnt="0"/>
      <dgm:spPr/>
    </dgm:pt>
    <dgm:pt modelId="{B6E9511F-2085-4FDD-AB32-BA4FB51D553A}" type="pres">
      <dgm:prSet presAssocID="{7F3B725A-E261-477A-8057-1D4B463DE073}" presName="txTwo" presStyleLbl="node2" presStyleIdx="0" presStyleCnt="10" custScaleY="54484">
        <dgm:presLayoutVars>
          <dgm:chPref val="3"/>
        </dgm:presLayoutVars>
      </dgm:prSet>
      <dgm:spPr/>
    </dgm:pt>
    <dgm:pt modelId="{55AF2202-A78E-40B9-A8BE-411640F8D568}" type="pres">
      <dgm:prSet presAssocID="{7F3B725A-E261-477A-8057-1D4B463DE073}" presName="parTransTwo" presStyleCnt="0"/>
      <dgm:spPr/>
    </dgm:pt>
    <dgm:pt modelId="{AF9BCA9F-7E82-4380-BAFF-008C1F7DF547}" type="pres">
      <dgm:prSet presAssocID="{7F3B725A-E261-477A-8057-1D4B463DE073}" presName="horzTwo" presStyleCnt="0"/>
      <dgm:spPr/>
    </dgm:pt>
    <dgm:pt modelId="{058EB1AE-198D-4EAA-BAF9-346B8EDD59C1}" type="pres">
      <dgm:prSet presAssocID="{28F03C04-E7A2-48EF-8EAF-C55E6CC9DB4C}" presName="vertThree" presStyleCnt="0"/>
      <dgm:spPr/>
    </dgm:pt>
    <dgm:pt modelId="{41985161-F56B-40C6-8EAA-0CAC1DA47242}" type="pres">
      <dgm:prSet presAssocID="{28F03C04-E7A2-48EF-8EAF-C55E6CC9DB4C}" presName="txThree" presStyleLbl="node3" presStyleIdx="0" presStyleCnt="10">
        <dgm:presLayoutVars>
          <dgm:chPref val="3"/>
        </dgm:presLayoutVars>
      </dgm:prSet>
      <dgm:spPr/>
    </dgm:pt>
    <dgm:pt modelId="{B74EE25A-3EC8-439B-899E-3834897404F1}" type="pres">
      <dgm:prSet presAssocID="{28F03C04-E7A2-48EF-8EAF-C55E6CC9DB4C}" presName="horzThree" presStyleCnt="0"/>
      <dgm:spPr/>
    </dgm:pt>
    <dgm:pt modelId="{0376BAAB-5F62-4124-8B4F-2AD8316BC7E0}" type="pres">
      <dgm:prSet presAssocID="{C549396E-58CC-423C-A9F5-82DC2132BFD8}" presName="sibSpaceTwo" presStyleCnt="0"/>
      <dgm:spPr/>
    </dgm:pt>
    <dgm:pt modelId="{3EA61342-C342-4F6F-A86F-0228EE4A8FD8}" type="pres">
      <dgm:prSet presAssocID="{237FF32E-20B7-4F9C-9D6C-6E7D47BFF76D}" presName="vertTwo" presStyleCnt="0"/>
      <dgm:spPr/>
    </dgm:pt>
    <dgm:pt modelId="{E21D2BF4-7D51-4C18-97FF-A42E60362BBD}" type="pres">
      <dgm:prSet presAssocID="{237FF32E-20B7-4F9C-9D6C-6E7D47BFF76D}" presName="txTwo" presStyleLbl="node2" presStyleIdx="1" presStyleCnt="10" custScaleY="54354">
        <dgm:presLayoutVars>
          <dgm:chPref val="3"/>
        </dgm:presLayoutVars>
      </dgm:prSet>
      <dgm:spPr/>
    </dgm:pt>
    <dgm:pt modelId="{1390F242-0FBC-471E-9E0E-E5721CD581E0}" type="pres">
      <dgm:prSet presAssocID="{237FF32E-20B7-4F9C-9D6C-6E7D47BFF76D}" presName="parTransTwo" presStyleCnt="0"/>
      <dgm:spPr/>
    </dgm:pt>
    <dgm:pt modelId="{7D20440D-509F-466C-8F8D-7555CC6A60AA}" type="pres">
      <dgm:prSet presAssocID="{237FF32E-20B7-4F9C-9D6C-6E7D47BFF76D}" presName="horzTwo" presStyleCnt="0"/>
      <dgm:spPr/>
    </dgm:pt>
    <dgm:pt modelId="{9AD5F2EE-D2EB-47E8-B519-714AE28F40ED}" type="pres">
      <dgm:prSet presAssocID="{2DFD2177-56DA-474A-9754-FCF09E181C0A}" presName="vertThree" presStyleCnt="0"/>
      <dgm:spPr/>
    </dgm:pt>
    <dgm:pt modelId="{8BF9AEEB-6851-40BD-AB58-3B8976D39EA2}" type="pres">
      <dgm:prSet presAssocID="{2DFD2177-56DA-474A-9754-FCF09E181C0A}" presName="txThree" presStyleLbl="node3" presStyleIdx="1" presStyleCnt="10">
        <dgm:presLayoutVars>
          <dgm:chPref val="3"/>
        </dgm:presLayoutVars>
      </dgm:prSet>
      <dgm:spPr/>
    </dgm:pt>
    <dgm:pt modelId="{1B869E85-6394-48F7-A51E-B4A2F76D0BBE}" type="pres">
      <dgm:prSet presAssocID="{2DFD2177-56DA-474A-9754-FCF09E181C0A}" presName="horzThree" presStyleCnt="0"/>
      <dgm:spPr/>
    </dgm:pt>
    <dgm:pt modelId="{EA369B9F-992A-433E-A9D7-280B03B327AC}" type="pres">
      <dgm:prSet presAssocID="{C61DB774-BED6-4933-83A5-6C6698844313}" presName="sibSpaceTwo" presStyleCnt="0"/>
      <dgm:spPr/>
    </dgm:pt>
    <dgm:pt modelId="{81826C17-31B4-4456-B874-4616C4F13BB1}" type="pres">
      <dgm:prSet presAssocID="{6AB3BBA4-8613-4C74-89BB-F5C25FC9EFE9}" presName="vertTwo" presStyleCnt="0"/>
      <dgm:spPr/>
    </dgm:pt>
    <dgm:pt modelId="{C3625E89-D675-425E-BBC9-22ACCD2CE7E5}" type="pres">
      <dgm:prSet presAssocID="{6AB3BBA4-8613-4C74-89BB-F5C25FC9EFE9}" presName="txTwo" presStyleLbl="node2" presStyleIdx="2" presStyleCnt="10" custScaleY="54015">
        <dgm:presLayoutVars>
          <dgm:chPref val="3"/>
        </dgm:presLayoutVars>
      </dgm:prSet>
      <dgm:spPr/>
    </dgm:pt>
    <dgm:pt modelId="{434DE947-BE8D-4F06-B0BE-F69FCBE33ED2}" type="pres">
      <dgm:prSet presAssocID="{6AB3BBA4-8613-4C74-89BB-F5C25FC9EFE9}" presName="parTransTwo" presStyleCnt="0"/>
      <dgm:spPr/>
    </dgm:pt>
    <dgm:pt modelId="{CEEECD21-0503-4635-A348-DE25CA982784}" type="pres">
      <dgm:prSet presAssocID="{6AB3BBA4-8613-4C74-89BB-F5C25FC9EFE9}" presName="horzTwo" presStyleCnt="0"/>
      <dgm:spPr/>
    </dgm:pt>
    <dgm:pt modelId="{26603290-D542-4BB2-B19E-A3E047749974}" type="pres">
      <dgm:prSet presAssocID="{2BA1403A-D4F7-46FF-899C-5594F24105D4}" presName="vertThree" presStyleCnt="0"/>
      <dgm:spPr/>
    </dgm:pt>
    <dgm:pt modelId="{D4B82E3A-7987-4C2E-90F2-39EB17CDA12C}" type="pres">
      <dgm:prSet presAssocID="{2BA1403A-D4F7-46FF-899C-5594F24105D4}" presName="txThree" presStyleLbl="node3" presStyleIdx="2" presStyleCnt="10">
        <dgm:presLayoutVars>
          <dgm:chPref val="3"/>
        </dgm:presLayoutVars>
      </dgm:prSet>
      <dgm:spPr/>
    </dgm:pt>
    <dgm:pt modelId="{7ADDEBC5-A5A1-4495-BEE6-E2135EB29DA1}" type="pres">
      <dgm:prSet presAssocID="{2BA1403A-D4F7-46FF-899C-5594F24105D4}" presName="horzThree" presStyleCnt="0"/>
      <dgm:spPr/>
    </dgm:pt>
    <dgm:pt modelId="{9BF527D4-67C2-45A4-9554-9DE2A8A0F548}" type="pres">
      <dgm:prSet presAssocID="{350D9EF7-080E-49B0-AF0A-6709595A738A}" presName="sibSpaceTwo" presStyleCnt="0"/>
      <dgm:spPr/>
    </dgm:pt>
    <dgm:pt modelId="{2C8A890B-64E1-46F4-A47D-3F19D05BF427}" type="pres">
      <dgm:prSet presAssocID="{49662E89-DD21-45FB-AFE5-B9E2036A782C}" presName="vertTwo" presStyleCnt="0"/>
      <dgm:spPr/>
    </dgm:pt>
    <dgm:pt modelId="{A106732E-E5BB-4FA4-9FC2-DA697577346B}" type="pres">
      <dgm:prSet presAssocID="{49662E89-DD21-45FB-AFE5-B9E2036A782C}" presName="txTwo" presStyleLbl="node2" presStyleIdx="3" presStyleCnt="10" custScaleY="54793">
        <dgm:presLayoutVars>
          <dgm:chPref val="3"/>
        </dgm:presLayoutVars>
      </dgm:prSet>
      <dgm:spPr/>
    </dgm:pt>
    <dgm:pt modelId="{16DBB628-F4D2-4D2D-811D-33805E4B12A8}" type="pres">
      <dgm:prSet presAssocID="{49662E89-DD21-45FB-AFE5-B9E2036A782C}" presName="parTransTwo" presStyleCnt="0"/>
      <dgm:spPr/>
    </dgm:pt>
    <dgm:pt modelId="{0605FAE3-BEE8-40E0-A45A-F99CDC9992C5}" type="pres">
      <dgm:prSet presAssocID="{49662E89-DD21-45FB-AFE5-B9E2036A782C}" presName="horzTwo" presStyleCnt="0"/>
      <dgm:spPr/>
    </dgm:pt>
    <dgm:pt modelId="{D7ABCC41-2043-4144-8220-839ECF82E460}" type="pres">
      <dgm:prSet presAssocID="{4DE08112-386C-47A2-8578-8AE970E2B9F4}" presName="vertThree" presStyleCnt="0"/>
      <dgm:spPr/>
    </dgm:pt>
    <dgm:pt modelId="{8242CE9D-4669-46E5-BCA4-3B5FAC936837}" type="pres">
      <dgm:prSet presAssocID="{4DE08112-386C-47A2-8578-8AE970E2B9F4}" presName="txThree" presStyleLbl="node3" presStyleIdx="3" presStyleCnt="10" custLinFactNeighborX="-899" custLinFactNeighborY="49605">
        <dgm:presLayoutVars>
          <dgm:chPref val="3"/>
        </dgm:presLayoutVars>
      </dgm:prSet>
      <dgm:spPr/>
    </dgm:pt>
    <dgm:pt modelId="{CA1E2617-B33E-494D-9452-95DA66FA8980}" type="pres">
      <dgm:prSet presAssocID="{4DE08112-386C-47A2-8578-8AE970E2B9F4}" presName="horzThree" presStyleCnt="0"/>
      <dgm:spPr/>
    </dgm:pt>
    <dgm:pt modelId="{F3B0ED00-E7CC-4534-BD5B-853158DCD661}" type="pres">
      <dgm:prSet presAssocID="{176C6E6C-718C-4E50-BEF5-A3B124AA61AF}" presName="sibSpaceTwo" presStyleCnt="0"/>
      <dgm:spPr/>
    </dgm:pt>
    <dgm:pt modelId="{77F2A85E-EBC9-4AF9-B7D1-5CCB03AB750E}" type="pres">
      <dgm:prSet presAssocID="{C02AC3FB-A34B-4276-9C47-749D871A20A2}" presName="vertTwo" presStyleCnt="0"/>
      <dgm:spPr/>
    </dgm:pt>
    <dgm:pt modelId="{05639DDF-5FCC-4B8F-B977-906F6CB43161}" type="pres">
      <dgm:prSet presAssocID="{C02AC3FB-A34B-4276-9C47-749D871A20A2}" presName="txTwo" presStyleLbl="node2" presStyleIdx="4" presStyleCnt="10" custScaleY="55265">
        <dgm:presLayoutVars>
          <dgm:chPref val="3"/>
        </dgm:presLayoutVars>
      </dgm:prSet>
      <dgm:spPr/>
    </dgm:pt>
    <dgm:pt modelId="{A447E9B4-5900-4241-966C-B3FB939E6150}" type="pres">
      <dgm:prSet presAssocID="{C02AC3FB-A34B-4276-9C47-749D871A20A2}" presName="parTransTwo" presStyleCnt="0"/>
      <dgm:spPr/>
    </dgm:pt>
    <dgm:pt modelId="{C345A78C-632F-4B27-8123-75BD3964A29D}" type="pres">
      <dgm:prSet presAssocID="{C02AC3FB-A34B-4276-9C47-749D871A20A2}" presName="horzTwo" presStyleCnt="0"/>
      <dgm:spPr/>
    </dgm:pt>
    <dgm:pt modelId="{AD94C5D7-749F-4C35-AC6B-A5FC27A2334C}" type="pres">
      <dgm:prSet presAssocID="{8F3FB26B-E1ED-4FB8-863F-900EC0DDE63F}" presName="vertThree" presStyleCnt="0"/>
      <dgm:spPr/>
    </dgm:pt>
    <dgm:pt modelId="{04475720-37ED-4DBC-B32C-8365E7D0E0C6}" type="pres">
      <dgm:prSet presAssocID="{8F3FB26B-E1ED-4FB8-863F-900EC0DDE63F}" presName="txThree" presStyleLbl="node3" presStyleIdx="4" presStyleCnt="10" custLinFactNeighborX="-2991" custLinFactNeighborY="46734">
        <dgm:presLayoutVars>
          <dgm:chPref val="3"/>
        </dgm:presLayoutVars>
      </dgm:prSet>
      <dgm:spPr/>
    </dgm:pt>
    <dgm:pt modelId="{D303C1BE-B217-4597-90A3-ACB3F60307B7}" type="pres">
      <dgm:prSet presAssocID="{8F3FB26B-E1ED-4FB8-863F-900EC0DDE63F}" presName="horzThree" presStyleCnt="0"/>
      <dgm:spPr/>
    </dgm:pt>
    <dgm:pt modelId="{2CA828B8-843D-476D-9812-A8FE9100F08A}" type="pres">
      <dgm:prSet presAssocID="{8AD87128-76B7-4972-969E-28ED5B9325B7}" presName="sibSpaceTwo" presStyleCnt="0"/>
      <dgm:spPr/>
    </dgm:pt>
    <dgm:pt modelId="{1DB451B7-C2FC-4D86-A98C-58C052A3E19A}" type="pres">
      <dgm:prSet presAssocID="{8DE2ECCD-97CE-4012-BF50-98DDC6E67D44}" presName="vertTwo" presStyleCnt="0"/>
      <dgm:spPr/>
    </dgm:pt>
    <dgm:pt modelId="{B1BBEE87-A045-48AA-A222-6DBECC44513D}" type="pres">
      <dgm:prSet presAssocID="{8DE2ECCD-97CE-4012-BF50-98DDC6E67D44}" presName="txTwo" presStyleLbl="node2" presStyleIdx="5" presStyleCnt="10" custScaleY="55954">
        <dgm:presLayoutVars>
          <dgm:chPref val="3"/>
        </dgm:presLayoutVars>
      </dgm:prSet>
      <dgm:spPr/>
    </dgm:pt>
    <dgm:pt modelId="{4DEFD43C-E8C7-46A9-8792-2E1D40B9F59F}" type="pres">
      <dgm:prSet presAssocID="{8DE2ECCD-97CE-4012-BF50-98DDC6E67D44}" presName="parTransTwo" presStyleCnt="0"/>
      <dgm:spPr/>
    </dgm:pt>
    <dgm:pt modelId="{29F635AC-5637-4512-BAC3-F400A3BF7154}" type="pres">
      <dgm:prSet presAssocID="{8DE2ECCD-97CE-4012-BF50-98DDC6E67D44}" presName="horzTwo" presStyleCnt="0"/>
      <dgm:spPr/>
    </dgm:pt>
    <dgm:pt modelId="{FBC86D13-5ED6-440C-BC09-63C50F67D839}" type="pres">
      <dgm:prSet presAssocID="{97129078-F334-4BBE-9986-CDD70D3932E8}" presName="vertThree" presStyleCnt="0"/>
      <dgm:spPr/>
    </dgm:pt>
    <dgm:pt modelId="{EE8A2EE3-CBD0-4B3C-B43F-8C7FD923CC25}" type="pres">
      <dgm:prSet presAssocID="{97129078-F334-4BBE-9986-CDD70D3932E8}" presName="txThree" presStyleLbl="node3" presStyleIdx="5" presStyleCnt="10" custLinFactNeighborX="-4200" custLinFactNeighborY="46805">
        <dgm:presLayoutVars>
          <dgm:chPref val="3"/>
        </dgm:presLayoutVars>
      </dgm:prSet>
      <dgm:spPr/>
    </dgm:pt>
    <dgm:pt modelId="{6964C8D3-BEAC-458E-A540-89997072485C}" type="pres">
      <dgm:prSet presAssocID="{97129078-F334-4BBE-9986-CDD70D3932E8}" presName="horzThree" presStyleCnt="0"/>
      <dgm:spPr/>
    </dgm:pt>
    <dgm:pt modelId="{B18D0BC7-0E4B-4896-BF4A-8AD2E8BB3F07}" type="pres">
      <dgm:prSet presAssocID="{9E17EDAA-8945-4479-BE97-293C798CA913}" presName="sibSpaceTwo" presStyleCnt="0"/>
      <dgm:spPr/>
    </dgm:pt>
    <dgm:pt modelId="{357A7FA5-B68B-4D21-8E80-4127191E0824}" type="pres">
      <dgm:prSet presAssocID="{3777D1EE-C91A-4C02-AE2B-6CE3316871B0}" presName="vertTwo" presStyleCnt="0"/>
      <dgm:spPr/>
    </dgm:pt>
    <dgm:pt modelId="{4BC94A0B-5CBD-423A-8D2C-E555A845D89B}" type="pres">
      <dgm:prSet presAssocID="{3777D1EE-C91A-4C02-AE2B-6CE3316871B0}" presName="txTwo" presStyleLbl="node2" presStyleIdx="6" presStyleCnt="10" custScaleY="55981">
        <dgm:presLayoutVars>
          <dgm:chPref val="3"/>
        </dgm:presLayoutVars>
      </dgm:prSet>
      <dgm:spPr/>
    </dgm:pt>
    <dgm:pt modelId="{B5EEEC74-CE5A-4EF1-9157-D20F0555014A}" type="pres">
      <dgm:prSet presAssocID="{3777D1EE-C91A-4C02-AE2B-6CE3316871B0}" presName="parTransTwo" presStyleCnt="0"/>
      <dgm:spPr/>
    </dgm:pt>
    <dgm:pt modelId="{E7D18F3B-5475-4D7D-8445-BD6F65DEDA2F}" type="pres">
      <dgm:prSet presAssocID="{3777D1EE-C91A-4C02-AE2B-6CE3316871B0}" presName="horzTwo" presStyleCnt="0"/>
      <dgm:spPr/>
    </dgm:pt>
    <dgm:pt modelId="{5C6F1E77-79BE-4B70-BDA2-759C790A80E2}" type="pres">
      <dgm:prSet presAssocID="{21F4A46A-A7D9-4EC7-B05B-E34630988E75}" presName="vertThree" presStyleCnt="0"/>
      <dgm:spPr/>
    </dgm:pt>
    <dgm:pt modelId="{3A259367-22C9-439A-88BC-51E03C341F58}" type="pres">
      <dgm:prSet presAssocID="{21F4A46A-A7D9-4EC7-B05B-E34630988E75}" presName="txThree" presStyleLbl="node3" presStyleIdx="6" presStyleCnt="10" custLinFactNeighborY="4801">
        <dgm:presLayoutVars>
          <dgm:chPref val="3"/>
        </dgm:presLayoutVars>
      </dgm:prSet>
      <dgm:spPr/>
    </dgm:pt>
    <dgm:pt modelId="{10F891F8-3A5E-4FFB-B56D-01AE52FF0E9C}" type="pres">
      <dgm:prSet presAssocID="{21F4A46A-A7D9-4EC7-B05B-E34630988E75}" presName="horzThree" presStyleCnt="0"/>
      <dgm:spPr/>
    </dgm:pt>
    <dgm:pt modelId="{26E1A5D0-7FDE-4E5B-81A8-749716B19AE7}" type="pres">
      <dgm:prSet presAssocID="{81DDF43D-C2F3-47EE-B540-3AB8A0FED1B0}" presName="sibSpaceTwo" presStyleCnt="0"/>
      <dgm:spPr/>
    </dgm:pt>
    <dgm:pt modelId="{350EF106-8E7F-4109-B408-AEB4562218C1}" type="pres">
      <dgm:prSet presAssocID="{95881F75-FFBB-4D4A-B81A-EAE13826820F}" presName="vertTwo" presStyleCnt="0"/>
      <dgm:spPr/>
    </dgm:pt>
    <dgm:pt modelId="{A3CE430D-AB95-4A6F-BC7A-8F701B61CF1D}" type="pres">
      <dgm:prSet presAssocID="{95881F75-FFBB-4D4A-B81A-EAE13826820F}" presName="txTwo" presStyleLbl="node2" presStyleIdx="7" presStyleCnt="10" custScaleY="55593">
        <dgm:presLayoutVars>
          <dgm:chPref val="3"/>
        </dgm:presLayoutVars>
      </dgm:prSet>
      <dgm:spPr/>
    </dgm:pt>
    <dgm:pt modelId="{B6EBF6D9-397E-4907-9936-AEB47D2B2FE0}" type="pres">
      <dgm:prSet presAssocID="{95881F75-FFBB-4D4A-B81A-EAE13826820F}" presName="parTransTwo" presStyleCnt="0"/>
      <dgm:spPr/>
    </dgm:pt>
    <dgm:pt modelId="{C63FA259-B95F-4E29-8E46-7670E5A0DC25}" type="pres">
      <dgm:prSet presAssocID="{95881F75-FFBB-4D4A-B81A-EAE13826820F}" presName="horzTwo" presStyleCnt="0"/>
      <dgm:spPr/>
    </dgm:pt>
    <dgm:pt modelId="{5DA94D41-537D-4551-A7ED-BDBDD4928BDD}" type="pres">
      <dgm:prSet presAssocID="{BCE9B527-7261-4F17-89D7-B48C016ECDA9}" presName="vertThree" presStyleCnt="0"/>
      <dgm:spPr/>
    </dgm:pt>
    <dgm:pt modelId="{44686116-052F-49A9-A74B-938B399A9E5A}" type="pres">
      <dgm:prSet presAssocID="{BCE9B527-7261-4F17-89D7-B48C016ECDA9}" presName="txThree" presStyleLbl="node3" presStyleIdx="7" presStyleCnt="10">
        <dgm:presLayoutVars>
          <dgm:chPref val="3"/>
        </dgm:presLayoutVars>
      </dgm:prSet>
      <dgm:spPr/>
    </dgm:pt>
    <dgm:pt modelId="{5DE375A6-913F-46B3-8B59-8B9AD5D4CF89}" type="pres">
      <dgm:prSet presAssocID="{BCE9B527-7261-4F17-89D7-B48C016ECDA9}" presName="horzThree" presStyleCnt="0"/>
      <dgm:spPr/>
    </dgm:pt>
    <dgm:pt modelId="{32013FF4-64D0-4EB4-B828-5C46867E5101}" type="pres">
      <dgm:prSet presAssocID="{3B2CDE4B-EFAE-447B-ACC4-2D88751AE1A1}" presName="sibSpaceTwo" presStyleCnt="0"/>
      <dgm:spPr/>
    </dgm:pt>
    <dgm:pt modelId="{8D72ECB3-1E40-4FCD-8DC4-FF22BDC01903}" type="pres">
      <dgm:prSet presAssocID="{B4A6AECD-0F1E-4F3D-85BB-51B23F2343A6}" presName="vertTwo" presStyleCnt="0"/>
      <dgm:spPr/>
    </dgm:pt>
    <dgm:pt modelId="{FF9CC79F-CF4C-4CC4-8B6F-363312365C3A}" type="pres">
      <dgm:prSet presAssocID="{B4A6AECD-0F1E-4F3D-85BB-51B23F2343A6}" presName="txTwo" presStyleLbl="node2" presStyleIdx="8" presStyleCnt="10" custScaleY="55954">
        <dgm:presLayoutVars>
          <dgm:chPref val="3"/>
        </dgm:presLayoutVars>
      </dgm:prSet>
      <dgm:spPr/>
    </dgm:pt>
    <dgm:pt modelId="{892CBD57-2D27-4409-8A8F-6E13B5A1ED41}" type="pres">
      <dgm:prSet presAssocID="{B4A6AECD-0F1E-4F3D-85BB-51B23F2343A6}" presName="parTransTwo" presStyleCnt="0"/>
      <dgm:spPr/>
    </dgm:pt>
    <dgm:pt modelId="{D5063D54-2859-41B3-B607-10734D1BD4A2}" type="pres">
      <dgm:prSet presAssocID="{B4A6AECD-0F1E-4F3D-85BB-51B23F2343A6}" presName="horzTwo" presStyleCnt="0"/>
      <dgm:spPr/>
    </dgm:pt>
    <dgm:pt modelId="{41E60678-2F07-4EFD-9C85-86F695F30614}" type="pres">
      <dgm:prSet presAssocID="{4075C3C2-606A-4E72-8AA0-DE5B7411E5BF}" presName="vertThree" presStyleCnt="0"/>
      <dgm:spPr/>
    </dgm:pt>
    <dgm:pt modelId="{982A3BF8-37E9-4B59-9422-A3BA90D51973}" type="pres">
      <dgm:prSet presAssocID="{4075C3C2-606A-4E72-8AA0-DE5B7411E5BF}" presName="txThree" presStyleLbl="node3" presStyleIdx="8" presStyleCnt="10">
        <dgm:presLayoutVars>
          <dgm:chPref val="3"/>
        </dgm:presLayoutVars>
      </dgm:prSet>
      <dgm:spPr/>
    </dgm:pt>
    <dgm:pt modelId="{38E9D707-4B14-4982-BFBE-8C53D8DE4115}" type="pres">
      <dgm:prSet presAssocID="{4075C3C2-606A-4E72-8AA0-DE5B7411E5BF}" presName="horzThree" presStyleCnt="0"/>
      <dgm:spPr/>
    </dgm:pt>
    <dgm:pt modelId="{00F93391-5133-4923-8F8B-1751F7DAF621}" type="pres">
      <dgm:prSet presAssocID="{8904FAFB-E9AE-4DB7-B545-DFD8DD320948}" presName="sibSpaceTwo" presStyleCnt="0"/>
      <dgm:spPr/>
    </dgm:pt>
    <dgm:pt modelId="{E7156615-191D-4832-B412-4BA94758B71F}" type="pres">
      <dgm:prSet presAssocID="{CA7D3DFD-8BD9-492A-8E37-E603F1D32A8C}" presName="vertTwo" presStyleCnt="0"/>
      <dgm:spPr/>
    </dgm:pt>
    <dgm:pt modelId="{2C7087C6-A44A-4246-BDAA-5EEF92B3F793}" type="pres">
      <dgm:prSet presAssocID="{CA7D3DFD-8BD9-492A-8E37-E603F1D32A8C}" presName="txTwo" presStyleLbl="node2" presStyleIdx="9" presStyleCnt="10" custScaleY="55153">
        <dgm:presLayoutVars>
          <dgm:chPref val="3"/>
        </dgm:presLayoutVars>
      </dgm:prSet>
      <dgm:spPr/>
    </dgm:pt>
    <dgm:pt modelId="{3621C540-A0BC-4CB0-975E-8A056C24CC3C}" type="pres">
      <dgm:prSet presAssocID="{CA7D3DFD-8BD9-492A-8E37-E603F1D32A8C}" presName="parTransTwo" presStyleCnt="0"/>
      <dgm:spPr/>
    </dgm:pt>
    <dgm:pt modelId="{1F19E47A-3AE9-42BD-BEF0-07341389343F}" type="pres">
      <dgm:prSet presAssocID="{CA7D3DFD-8BD9-492A-8E37-E603F1D32A8C}" presName="horzTwo" presStyleCnt="0"/>
      <dgm:spPr/>
    </dgm:pt>
    <dgm:pt modelId="{2925401D-46C9-4BE0-917C-9DEB760A0250}" type="pres">
      <dgm:prSet presAssocID="{60175B45-C87F-4C1D-98BC-9157FCE7BD66}" presName="vertThree" presStyleCnt="0"/>
      <dgm:spPr/>
    </dgm:pt>
    <dgm:pt modelId="{136F5F10-0EF0-46F3-B7F2-D476E7B12201}" type="pres">
      <dgm:prSet presAssocID="{60175B45-C87F-4C1D-98BC-9157FCE7BD66}" presName="txThree" presStyleLbl="node3" presStyleIdx="9" presStyleCnt="10">
        <dgm:presLayoutVars>
          <dgm:chPref val="3"/>
        </dgm:presLayoutVars>
      </dgm:prSet>
      <dgm:spPr/>
    </dgm:pt>
    <dgm:pt modelId="{2DD7E971-ACB3-4F67-A7E9-8EF38060A16A}" type="pres">
      <dgm:prSet presAssocID="{60175B45-C87F-4C1D-98BC-9157FCE7BD66}" presName="horzThree" presStyleCnt="0"/>
      <dgm:spPr/>
    </dgm:pt>
  </dgm:ptLst>
  <dgm:cxnLst>
    <dgm:cxn modelId="{9BE4E400-5D12-4AE2-8D9D-8B1173F41FF4}" srcId="{B0677CEA-DCA2-4027-B67E-421951F2BA92}" destId="{8DE2ECCD-97CE-4012-BF50-98DDC6E67D44}" srcOrd="5" destOrd="0" parTransId="{0A130DD3-BFC2-4F51-9C94-0F085DB45BB1}" sibTransId="{9E17EDAA-8945-4479-BE97-293C798CA913}"/>
    <dgm:cxn modelId="{E7643D03-4D1D-476B-8CB5-3AC5CEE39931}" type="presOf" srcId="{97129078-F334-4BBE-9986-CDD70D3932E8}" destId="{EE8A2EE3-CBD0-4B3C-B43F-8C7FD923CC25}" srcOrd="0" destOrd="0" presId="urn:microsoft.com/office/officeart/2005/8/layout/hierarchy4"/>
    <dgm:cxn modelId="{CB2DF206-ACDE-499A-84C6-725FF1E4FAAB}" type="presOf" srcId="{28F03C04-E7A2-48EF-8EAF-C55E6CC9DB4C}" destId="{41985161-F56B-40C6-8EAA-0CAC1DA47242}" srcOrd="0" destOrd="0" presId="urn:microsoft.com/office/officeart/2005/8/layout/hierarchy4"/>
    <dgm:cxn modelId="{6A0A4309-466A-45E2-95F7-EE0916624B39}" type="presOf" srcId="{60175B45-C87F-4C1D-98BC-9157FCE7BD66}" destId="{136F5F10-0EF0-46F3-B7F2-D476E7B12201}" srcOrd="0" destOrd="0" presId="urn:microsoft.com/office/officeart/2005/8/layout/hierarchy4"/>
    <dgm:cxn modelId="{4A98CF15-A3D9-4652-8459-242BF02EB137}" srcId="{8DE2ECCD-97CE-4012-BF50-98DDC6E67D44}" destId="{97129078-F334-4BBE-9986-CDD70D3932E8}" srcOrd="0" destOrd="0" parTransId="{517275E3-8828-4A13-8972-278310D287BB}" sibTransId="{47670374-3F94-4215-BFD2-8161BDEF7CC7}"/>
    <dgm:cxn modelId="{D1FDC319-42E5-4A3D-857C-651AF124BEA2}" type="presOf" srcId="{49662E89-DD21-45FB-AFE5-B9E2036A782C}" destId="{A106732E-E5BB-4FA4-9FC2-DA697577346B}" srcOrd="0" destOrd="0" presId="urn:microsoft.com/office/officeart/2005/8/layout/hierarchy4"/>
    <dgm:cxn modelId="{BEDA101B-53C2-4490-B816-682C68F9A0F6}" type="presOf" srcId="{237FF32E-20B7-4F9C-9D6C-6E7D47BFF76D}" destId="{E21D2BF4-7D51-4C18-97FF-A42E60362BBD}" srcOrd="0" destOrd="0" presId="urn:microsoft.com/office/officeart/2005/8/layout/hierarchy4"/>
    <dgm:cxn modelId="{30F3C521-DA4B-437F-9CE8-ECF9676AB719}" type="presOf" srcId="{B0677CEA-DCA2-4027-B67E-421951F2BA92}" destId="{F6A4A7BE-C3BD-4B07-9EBE-9BC05ED3B323}" srcOrd="0" destOrd="0" presId="urn:microsoft.com/office/officeart/2005/8/layout/hierarchy4"/>
    <dgm:cxn modelId="{F4870D25-FEA8-46C2-8C79-5A917DC59FE8}" type="presOf" srcId="{BCE9B527-7261-4F17-89D7-B48C016ECDA9}" destId="{44686116-052F-49A9-A74B-938B399A9E5A}" srcOrd="0" destOrd="0" presId="urn:microsoft.com/office/officeart/2005/8/layout/hierarchy4"/>
    <dgm:cxn modelId="{3F628729-1FEB-4E48-97A2-2F59E3169F34}" srcId="{B0677CEA-DCA2-4027-B67E-421951F2BA92}" destId="{3777D1EE-C91A-4C02-AE2B-6CE3316871B0}" srcOrd="6" destOrd="0" parTransId="{D84AD737-8C35-4A0C-84EF-B4F686BCA27D}" sibTransId="{81DDF43D-C2F3-47EE-B540-3AB8A0FED1B0}"/>
    <dgm:cxn modelId="{B7FC342C-73A8-40D6-9D90-E44B875DC64E}" srcId="{3777D1EE-C91A-4C02-AE2B-6CE3316871B0}" destId="{21F4A46A-A7D9-4EC7-B05B-E34630988E75}" srcOrd="0" destOrd="0" parTransId="{0BF258E1-510E-4044-93D3-E2993BC00A81}" sibTransId="{F05F98E1-08C2-470F-B0AC-37A6CE306520}"/>
    <dgm:cxn modelId="{A46AA12E-3575-4820-9476-BC7837A216C2}" type="presOf" srcId="{4075C3C2-606A-4E72-8AA0-DE5B7411E5BF}" destId="{982A3BF8-37E9-4B59-9422-A3BA90D51973}" srcOrd="0" destOrd="0" presId="urn:microsoft.com/office/officeart/2005/8/layout/hierarchy4"/>
    <dgm:cxn modelId="{F581C630-6536-48D6-9927-EFA99EA91184}" srcId="{B0677CEA-DCA2-4027-B67E-421951F2BA92}" destId="{95881F75-FFBB-4D4A-B81A-EAE13826820F}" srcOrd="7" destOrd="0" parTransId="{7FBAC9B8-0158-4112-A8BF-BB1937229CC1}" sibTransId="{3B2CDE4B-EFAE-447B-ACC4-2D88751AE1A1}"/>
    <dgm:cxn modelId="{9EE87E37-7C7B-4327-ABB4-12227A0E060B}" type="presOf" srcId="{C02AC3FB-A34B-4276-9C47-749D871A20A2}" destId="{05639DDF-5FCC-4B8F-B977-906F6CB43161}" srcOrd="0" destOrd="0" presId="urn:microsoft.com/office/officeart/2005/8/layout/hierarchy4"/>
    <dgm:cxn modelId="{FD59E765-D6D3-4C67-9C6E-ABB04E09B2B3}" type="presOf" srcId="{2DFD2177-56DA-474A-9754-FCF09E181C0A}" destId="{8BF9AEEB-6851-40BD-AB58-3B8976D39EA2}" srcOrd="0" destOrd="0" presId="urn:microsoft.com/office/officeart/2005/8/layout/hierarchy4"/>
    <dgm:cxn modelId="{97913066-B13B-4F42-867D-EAAAF8ED6EF9}" srcId="{B0677CEA-DCA2-4027-B67E-421951F2BA92}" destId="{CA7D3DFD-8BD9-492A-8E37-E603F1D32A8C}" srcOrd="9" destOrd="0" parTransId="{3CEB5FF5-381B-4AF5-A950-AAB804FE01BD}" sibTransId="{7097143D-A14A-422C-9C25-F1230C112D22}"/>
    <dgm:cxn modelId="{12B90047-473F-48E8-9CD7-E3D937B5F693}" type="presOf" srcId="{21F4A46A-A7D9-4EC7-B05B-E34630988E75}" destId="{3A259367-22C9-439A-88BC-51E03C341F58}" srcOrd="0" destOrd="0" presId="urn:microsoft.com/office/officeart/2005/8/layout/hierarchy4"/>
    <dgm:cxn modelId="{F62FE069-9A5F-4142-92BC-7F8914175C9B}" srcId="{237FF32E-20B7-4F9C-9D6C-6E7D47BFF76D}" destId="{2DFD2177-56DA-474A-9754-FCF09E181C0A}" srcOrd="0" destOrd="0" parTransId="{78319E9D-C6E8-473A-86C3-B73EBD4671EB}" sibTransId="{E157B654-BC03-4D2E-84B8-9C64022F55EF}"/>
    <dgm:cxn modelId="{811C266C-63D6-4D36-80E3-BB2EE27C76AC}" srcId="{B4A6AECD-0F1E-4F3D-85BB-51B23F2343A6}" destId="{4075C3C2-606A-4E72-8AA0-DE5B7411E5BF}" srcOrd="0" destOrd="0" parTransId="{C617FE53-552F-4AE8-A7AA-3AD29F13ACCB}" sibTransId="{3840A617-CAAE-4F5F-BDE8-80748618B006}"/>
    <dgm:cxn modelId="{000D134E-FF97-440B-8010-4FEB6F971BF5}" type="presOf" srcId="{6AB3BBA4-8613-4C74-89BB-F5C25FC9EFE9}" destId="{C3625E89-D675-425E-BBC9-22ACCD2CE7E5}" srcOrd="0" destOrd="0" presId="urn:microsoft.com/office/officeart/2005/8/layout/hierarchy4"/>
    <dgm:cxn modelId="{3A1D956E-CB2B-4AEC-B98D-05B8D35BEECF}" srcId="{6AB3BBA4-8613-4C74-89BB-F5C25FC9EFE9}" destId="{2BA1403A-D4F7-46FF-899C-5594F24105D4}" srcOrd="0" destOrd="0" parTransId="{66A2D6CA-A6A0-497A-B669-5FF6E808CEC4}" sibTransId="{9BAFB0C9-7083-4240-B0D8-90B7C46DB353}"/>
    <dgm:cxn modelId="{8F74FB52-5AA9-46CD-8C18-B634675875C4}" type="presOf" srcId="{3777D1EE-C91A-4C02-AE2B-6CE3316871B0}" destId="{4BC94A0B-5CBD-423A-8D2C-E555A845D89B}" srcOrd="0" destOrd="0" presId="urn:microsoft.com/office/officeart/2005/8/layout/hierarchy4"/>
    <dgm:cxn modelId="{9219A054-C9B6-4AFA-85CD-30B865D72A4A}" srcId="{B0677CEA-DCA2-4027-B67E-421951F2BA92}" destId="{237FF32E-20B7-4F9C-9D6C-6E7D47BFF76D}" srcOrd="1" destOrd="0" parTransId="{F1BFB62C-E639-4982-8359-B183AEF6D798}" sibTransId="{C61DB774-BED6-4933-83A5-6C6698844313}"/>
    <dgm:cxn modelId="{94D41278-4EDC-4376-B68B-6ABD9DBD6D5B}" srcId="{B0677CEA-DCA2-4027-B67E-421951F2BA92}" destId="{C02AC3FB-A34B-4276-9C47-749D871A20A2}" srcOrd="4" destOrd="0" parTransId="{D56F90CE-136B-489F-BF81-759FC9E42318}" sibTransId="{8AD87128-76B7-4972-969E-28ED5B9325B7}"/>
    <dgm:cxn modelId="{2318D67D-976A-4D82-9A59-634CB60F5C75}" srcId="{49662E89-DD21-45FB-AFE5-B9E2036A782C}" destId="{4DE08112-386C-47A2-8578-8AE970E2B9F4}" srcOrd="0" destOrd="0" parTransId="{5154F6F0-011A-4237-9B80-E9697275F603}" sibTransId="{F4E8D680-B3C7-4E1E-8F30-D63D0FA75E72}"/>
    <dgm:cxn modelId="{04E46A7E-EB50-44AC-B94A-FA621297EEA3}" type="presOf" srcId="{B4A6AECD-0F1E-4F3D-85BB-51B23F2343A6}" destId="{FF9CC79F-CF4C-4CC4-8B6F-363312365C3A}" srcOrd="0" destOrd="0" presId="urn:microsoft.com/office/officeart/2005/8/layout/hierarchy4"/>
    <dgm:cxn modelId="{CFDA1088-82A0-43D3-9753-EF5052814208}" srcId="{95881F75-FFBB-4D4A-B81A-EAE13826820F}" destId="{BCE9B527-7261-4F17-89D7-B48C016ECDA9}" srcOrd="0" destOrd="0" parTransId="{F03B65EE-D649-4FBA-9187-4812CA3C4416}" sibTransId="{D9D302E4-0408-4753-B4D9-60CB5E6526DB}"/>
    <dgm:cxn modelId="{E26F439C-E0D2-49BE-9E81-7A612986B4F1}" srcId="{B0677CEA-DCA2-4027-B67E-421951F2BA92}" destId="{49662E89-DD21-45FB-AFE5-B9E2036A782C}" srcOrd="3" destOrd="0" parTransId="{F1512FF1-01AE-4303-8882-8F0F1B88878F}" sibTransId="{176C6E6C-718C-4E50-BEF5-A3B124AA61AF}"/>
    <dgm:cxn modelId="{74B571A4-7F9B-432F-8882-6A388216A75D}" type="presOf" srcId="{CA7D3DFD-8BD9-492A-8E37-E603F1D32A8C}" destId="{2C7087C6-A44A-4246-BDAA-5EEF92B3F793}" srcOrd="0" destOrd="0" presId="urn:microsoft.com/office/officeart/2005/8/layout/hierarchy4"/>
    <dgm:cxn modelId="{14D027AC-8FF7-44A5-80F9-6414094FB2F6}" type="presOf" srcId="{4DE08112-386C-47A2-8578-8AE970E2B9F4}" destId="{8242CE9D-4669-46E5-BCA4-3B5FAC936837}" srcOrd="0" destOrd="0" presId="urn:microsoft.com/office/officeart/2005/8/layout/hierarchy4"/>
    <dgm:cxn modelId="{26B65BB3-233C-4296-86FA-F576D7668EF9}" type="presOf" srcId="{8DE2ECCD-97CE-4012-BF50-98DDC6E67D44}" destId="{B1BBEE87-A045-48AA-A222-6DBECC44513D}" srcOrd="0" destOrd="0" presId="urn:microsoft.com/office/officeart/2005/8/layout/hierarchy4"/>
    <dgm:cxn modelId="{273B20B8-6BC8-487E-85FE-373193161AD7}" type="presOf" srcId="{8F3FB26B-E1ED-4FB8-863F-900EC0DDE63F}" destId="{04475720-37ED-4DBC-B32C-8365E7D0E0C6}" srcOrd="0" destOrd="0" presId="urn:microsoft.com/office/officeart/2005/8/layout/hierarchy4"/>
    <dgm:cxn modelId="{CDDD21BA-C99B-4726-80CB-21D08A744A3B}" type="presOf" srcId="{7F3B725A-E261-477A-8057-1D4B463DE073}" destId="{B6E9511F-2085-4FDD-AB32-BA4FB51D553A}" srcOrd="0" destOrd="0" presId="urn:microsoft.com/office/officeart/2005/8/layout/hierarchy4"/>
    <dgm:cxn modelId="{FA96F5C3-8CCE-4086-9C42-A4159D5811DA}" srcId="{B0677CEA-DCA2-4027-B67E-421951F2BA92}" destId="{7F3B725A-E261-477A-8057-1D4B463DE073}" srcOrd="0" destOrd="0" parTransId="{2118AD8F-CE91-429F-B978-DB667AE710D2}" sibTransId="{C549396E-58CC-423C-A9F5-82DC2132BFD8}"/>
    <dgm:cxn modelId="{4EF475C4-1B87-4787-8E19-FCECF42CB8CE}" srcId="{B0677CEA-DCA2-4027-B67E-421951F2BA92}" destId="{6AB3BBA4-8613-4C74-89BB-F5C25FC9EFE9}" srcOrd="2" destOrd="0" parTransId="{F547B9C0-468C-4D79-A3DC-A0EA27521D84}" sibTransId="{350D9EF7-080E-49B0-AF0A-6709595A738A}"/>
    <dgm:cxn modelId="{4DE619CD-C838-4FE3-9128-DE3EAEE86AE7}" srcId="{B0677CEA-DCA2-4027-B67E-421951F2BA92}" destId="{B4A6AECD-0F1E-4F3D-85BB-51B23F2343A6}" srcOrd="8" destOrd="0" parTransId="{4A5E8EE4-8C0E-4EA0-AE7F-A98AFD324FA2}" sibTransId="{8904FAFB-E9AE-4DB7-B545-DFD8DD320948}"/>
    <dgm:cxn modelId="{D53EA9D5-0781-4712-9347-D43FBB0F14D6}" type="presOf" srcId="{80AD9942-6470-4428-AF58-35922B868F38}" destId="{1ADF66AA-EBE1-4420-8B78-7B1EEEADAC86}" srcOrd="0" destOrd="0" presId="urn:microsoft.com/office/officeart/2005/8/layout/hierarchy4"/>
    <dgm:cxn modelId="{85619FDC-F16A-4978-9A7D-C31E0ABE7CCA}" type="presOf" srcId="{2BA1403A-D4F7-46FF-899C-5594F24105D4}" destId="{D4B82E3A-7987-4C2E-90F2-39EB17CDA12C}" srcOrd="0" destOrd="0" presId="urn:microsoft.com/office/officeart/2005/8/layout/hierarchy4"/>
    <dgm:cxn modelId="{D31D54E1-0502-43CC-9F5A-1FCB02561700}" srcId="{C02AC3FB-A34B-4276-9C47-749D871A20A2}" destId="{8F3FB26B-E1ED-4FB8-863F-900EC0DDE63F}" srcOrd="0" destOrd="0" parTransId="{5615851E-E1DE-463B-AB1D-A53638AF6FA7}" sibTransId="{0AE08B87-1A56-4420-8D4C-6E6396979F5A}"/>
    <dgm:cxn modelId="{13AE14EB-6412-47FB-8F3B-DAA11788124E}" type="presOf" srcId="{95881F75-FFBB-4D4A-B81A-EAE13826820F}" destId="{A3CE430D-AB95-4A6F-BC7A-8F701B61CF1D}" srcOrd="0" destOrd="0" presId="urn:microsoft.com/office/officeart/2005/8/layout/hierarchy4"/>
    <dgm:cxn modelId="{7A8849F5-F4B7-4E59-8692-F14F9A11C435}" srcId="{7F3B725A-E261-477A-8057-1D4B463DE073}" destId="{28F03C04-E7A2-48EF-8EAF-C55E6CC9DB4C}" srcOrd="0" destOrd="0" parTransId="{7A342CBA-AD63-4926-A4BC-C0CA8E606A71}" sibTransId="{356AFE69-456B-485A-86B3-27058BCF79B4}"/>
    <dgm:cxn modelId="{BF1813F8-2AC9-4909-9FD0-3BD9F52AF688}" srcId="{CA7D3DFD-8BD9-492A-8E37-E603F1D32A8C}" destId="{60175B45-C87F-4C1D-98BC-9157FCE7BD66}" srcOrd="0" destOrd="0" parTransId="{C60B30BD-E98E-4562-AF33-DA77AE771618}" sibTransId="{CC3C55FD-5100-46B8-9CC4-19AB6E32E2EE}"/>
    <dgm:cxn modelId="{C41197FB-2AE1-4DDB-B635-3D17B9DA947B}" srcId="{80AD9942-6470-4428-AF58-35922B868F38}" destId="{B0677CEA-DCA2-4027-B67E-421951F2BA92}" srcOrd="0" destOrd="0" parTransId="{CC873441-E379-4CC9-91A3-0323BE802FFA}" sibTransId="{C942F05B-AE9F-41AD-8111-E7A248589827}"/>
    <dgm:cxn modelId="{76B4967B-300E-4201-BF35-C8CE14B25C90}" type="presParOf" srcId="{1ADF66AA-EBE1-4420-8B78-7B1EEEADAC86}" destId="{E7DB5E3E-48FC-4D0D-9096-8EBACF752988}" srcOrd="0" destOrd="0" presId="urn:microsoft.com/office/officeart/2005/8/layout/hierarchy4"/>
    <dgm:cxn modelId="{F12EC65E-036C-4FB4-9F40-FCFA5E5A75DA}" type="presParOf" srcId="{E7DB5E3E-48FC-4D0D-9096-8EBACF752988}" destId="{F6A4A7BE-C3BD-4B07-9EBE-9BC05ED3B323}" srcOrd="0" destOrd="0" presId="urn:microsoft.com/office/officeart/2005/8/layout/hierarchy4"/>
    <dgm:cxn modelId="{A5755C6F-32E9-4104-9ED7-70DECD633664}" type="presParOf" srcId="{E7DB5E3E-48FC-4D0D-9096-8EBACF752988}" destId="{FCFFAE19-D548-478F-A59B-7A2BD255A8D9}" srcOrd="1" destOrd="0" presId="urn:microsoft.com/office/officeart/2005/8/layout/hierarchy4"/>
    <dgm:cxn modelId="{2827F432-3367-4DD1-8C51-CD1F8606925C}" type="presParOf" srcId="{E7DB5E3E-48FC-4D0D-9096-8EBACF752988}" destId="{2C5711E4-D976-4C98-BAA0-C9EF21E3B73A}" srcOrd="2" destOrd="0" presId="urn:microsoft.com/office/officeart/2005/8/layout/hierarchy4"/>
    <dgm:cxn modelId="{681D842A-50D0-427F-A2F7-85CF87203CB8}" type="presParOf" srcId="{2C5711E4-D976-4C98-BAA0-C9EF21E3B73A}" destId="{517947F8-0F30-4C00-955F-06863D3E96F8}" srcOrd="0" destOrd="0" presId="urn:microsoft.com/office/officeart/2005/8/layout/hierarchy4"/>
    <dgm:cxn modelId="{FF8D3536-4B22-4E89-A517-3B5444EED517}" type="presParOf" srcId="{517947F8-0F30-4C00-955F-06863D3E96F8}" destId="{B6E9511F-2085-4FDD-AB32-BA4FB51D553A}" srcOrd="0" destOrd="0" presId="urn:microsoft.com/office/officeart/2005/8/layout/hierarchy4"/>
    <dgm:cxn modelId="{BF14B141-3481-41CE-AC59-3637A06DE733}" type="presParOf" srcId="{517947F8-0F30-4C00-955F-06863D3E96F8}" destId="{55AF2202-A78E-40B9-A8BE-411640F8D568}" srcOrd="1" destOrd="0" presId="urn:microsoft.com/office/officeart/2005/8/layout/hierarchy4"/>
    <dgm:cxn modelId="{EABDA101-3FD9-43FD-A710-5D4AA3E91695}" type="presParOf" srcId="{517947F8-0F30-4C00-955F-06863D3E96F8}" destId="{AF9BCA9F-7E82-4380-BAFF-008C1F7DF547}" srcOrd="2" destOrd="0" presId="urn:microsoft.com/office/officeart/2005/8/layout/hierarchy4"/>
    <dgm:cxn modelId="{CB03E836-78B9-40FA-8FEB-B806A2F02A21}" type="presParOf" srcId="{AF9BCA9F-7E82-4380-BAFF-008C1F7DF547}" destId="{058EB1AE-198D-4EAA-BAF9-346B8EDD59C1}" srcOrd="0" destOrd="0" presId="urn:microsoft.com/office/officeart/2005/8/layout/hierarchy4"/>
    <dgm:cxn modelId="{71E9A077-1E4E-4CE4-810C-A443A558B92B}" type="presParOf" srcId="{058EB1AE-198D-4EAA-BAF9-346B8EDD59C1}" destId="{41985161-F56B-40C6-8EAA-0CAC1DA47242}" srcOrd="0" destOrd="0" presId="urn:microsoft.com/office/officeart/2005/8/layout/hierarchy4"/>
    <dgm:cxn modelId="{17A269CF-2B09-4817-98C7-5EC3538E3165}" type="presParOf" srcId="{058EB1AE-198D-4EAA-BAF9-346B8EDD59C1}" destId="{B74EE25A-3EC8-439B-899E-3834897404F1}" srcOrd="1" destOrd="0" presId="urn:microsoft.com/office/officeart/2005/8/layout/hierarchy4"/>
    <dgm:cxn modelId="{0686B931-0B30-4A9E-A5D6-8EC2EC6DA4B7}" type="presParOf" srcId="{2C5711E4-D976-4C98-BAA0-C9EF21E3B73A}" destId="{0376BAAB-5F62-4124-8B4F-2AD8316BC7E0}" srcOrd="1" destOrd="0" presId="urn:microsoft.com/office/officeart/2005/8/layout/hierarchy4"/>
    <dgm:cxn modelId="{C1F64C17-7A79-448F-8975-F6756830F1FC}" type="presParOf" srcId="{2C5711E4-D976-4C98-BAA0-C9EF21E3B73A}" destId="{3EA61342-C342-4F6F-A86F-0228EE4A8FD8}" srcOrd="2" destOrd="0" presId="urn:microsoft.com/office/officeart/2005/8/layout/hierarchy4"/>
    <dgm:cxn modelId="{43BDB7FC-4FDC-4101-8A38-208187F24BA1}" type="presParOf" srcId="{3EA61342-C342-4F6F-A86F-0228EE4A8FD8}" destId="{E21D2BF4-7D51-4C18-97FF-A42E60362BBD}" srcOrd="0" destOrd="0" presId="urn:microsoft.com/office/officeart/2005/8/layout/hierarchy4"/>
    <dgm:cxn modelId="{50B891F1-3B76-49D3-9EA8-AB801B98CF24}" type="presParOf" srcId="{3EA61342-C342-4F6F-A86F-0228EE4A8FD8}" destId="{1390F242-0FBC-471E-9E0E-E5721CD581E0}" srcOrd="1" destOrd="0" presId="urn:microsoft.com/office/officeart/2005/8/layout/hierarchy4"/>
    <dgm:cxn modelId="{2D3E6CBC-7EE6-490A-8DD9-AFC1F5379653}" type="presParOf" srcId="{3EA61342-C342-4F6F-A86F-0228EE4A8FD8}" destId="{7D20440D-509F-466C-8F8D-7555CC6A60AA}" srcOrd="2" destOrd="0" presId="urn:microsoft.com/office/officeart/2005/8/layout/hierarchy4"/>
    <dgm:cxn modelId="{EC0FD3E4-A8E8-46CE-9E05-C8A791096B5B}" type="presParOf" srcId="{7D20440D-509F-466C-8F8D-7555CC6A60AA}" destId="{9AD5F2EE-D2EB-47E8-B519-714AE28F40ED}" srcOrd="0" destOrd="0" presId="urn:microsoft.com/office/officeart/2005/8/layout/hierarchy4"/>
    <dgm:cxn modelId="{36950900-176B-45F5-AFFF-12C839CAEED6}" type="presParOf" srcId="{9AD5F2EE-D2EB-47E8-B519-714AE28F40ED}" destId="{8BF9AEEB-6851-40BD-AB58-3B8976D39EA2}" srcOrd="0" destOrd="0" presId="urn:microsoft.com/office/officeart/2005/8/layout/hierarchy4"/>
    <dgm:cxn modelId="{F346315D-FC6B-4135-8769-A935F3E68F3D}" type="presParOf" srcId="{9AD5F2EE-D2EB-47E8-B519-714AE28F40ED}" destId="{1B869E85-6394-48F7-A51E-B4A2F76D0BBE}" srcOrd="1" destOrd="0" presId="urn:microsoft.com/office/officeart/2005/8/layout/hierarchy4"/>
    <dgm:cxn modelId="{E87282A4-35B7-41FC-9615-EF50B50BA95E}" type="presParOf" srcId="{2C5711E4-D976-4C98-BAA0-C9EF21E3B73A}" destId="{EA369B9F-992A-433E-A9D7-280B03B327AC}" srcOrd="3" destOrd="0" presId="urn:microsoft.com/office/officeart/2005/8/layout/hierarchy4"/>
    <dgm:cxn modelId="{5992B957-ED36-46A0-8945-4149540EDB01}" type="presParOf" srcId="{2C5711E4-D976-4C98-BAA0-C9EF21E3B73A}" destId="{81826C17-31B4-4456-B874-4616C4F13BB1}" srcOrd="4" destOrd="0" presId="urn:microsoft.com/office/officeart/2005/8/layout/hierarchy4"/>
    <dgm:cxn modelId="{334B5FED-E0BA-4B5D-AA8B-9D10C1387585}" type="presParOf" srcId="{81826C17-31B4-4456-B874-4616C4F13BB1}" destId="{C3625E89-D675-425E-BBC9-22ACCD2CE7E5}" srcOrd="0" destOrd="0" presId="urn:microsoft.com/office/officeart/2005/8/layout/hierarchy4"/>
    <dgm:cxn modelId="{16B93F33-F22D-4792-8C71-E4AA4F432912}" type="presParOf" srcId="{81826C17-31B4-4456-B874-4616C4F13BB1}" destId="{434DE947-BE8D-4F06-B0BE-F69FCBE33ED2}" srcOrd="1" destOrd="0" presId="urn:microsoft.com/office/officeart/2005/8/layout/hierarchy4"/>
    <dgm:cxn modelId="{2C492A0E-509F-4E4A-A306-EF192872B54A}" type="presParOf" srcId="{81826C17-31B4-4456-B874-4616C4F13BB1}" destId="{CEEECD21-0503-4635-A348-DE25CA982784}" srcOrd="2" destOrd="0" presId="urn:microsoft.com/office/officeart/2005/8/layout/hierarchy4"/>
    <dgm:cxn modelId="{C111FE6B-F28B-4670-A243-45CC9A601537}" type="presParOf" srcId="{CEEECD21-0503-4635-A348-DE25CA982784}" destId="{26603290-D542-4BB2-B19E-A3E047749974}" srcOrd="0" destOrd="0" presId="urn:microsoft.com/office/officeart/2005/8/layout/hierarchy4"/>
    <dgm:cxn modelId="{00BD1080-D7F7-430F-B10D-0EB5C4856670}" type="presParOf" srcId="{26603290-D542-4BB2-B19E-A3E047749974}" destId="{D4B82E3A-7987-4C2E-90F2-39EB17CDA12C}" srcOrd="0" destOrd="0" presId="urn:microsoft.com/office/officeart/2005/8/layout/hierarchy4"/>
    <dgm:cxn modelId="{3C726A79-F6F1-4A39-93F3-17BD6DCD712D}" type="presParOf" srcId="{26603290-D542-4BB2-B19E-A3E047749974}" destId="{7ADDEBC5-A5A1-4495-BEE6-E2135EB29DA1}" srcOrd="1" destOrd="0" presId="urn:microsoft.com/office/officeart/2005/8/layout/hierarchy4"/>
    <dgm:cxn modelId="{122CDE77-133D-4D5B-869D-8AA831256F9F}" type="presParOf" srcId="{2C5711E4-D976-4C98-BAA0-C9EF21E3B73A}" destId="{9BF527D4-67C2-45A4-9554-9DE2A8A0F548}" srcOrd="5" destOrd="0" presId="urn:microsoft.com/office/officeart/2005/8/layout/hierarchy4"/>
    <dgm:cxn modelId="{40760837-425B-45A8-8F6D-8CDBB2B41FE0}" type="presParOf" srcId="{2C5711E4-D976-4C98-BAA0-C9EF21E3B73A}" destId="{2C8A890B-64E1-46F4-A47D-3F19D05BF427}" srcOrd="6" destOrd="0" presId="urn:microsoft.com/office/officeart/2005/8/layout/hierarchy4"/>
    <dgm:cxn modelId="{DEE3F335-FE12-4809-894B-0A265E0C2C8D}" type="presParOf" srcId="{2C8A890B-64E1-46F4-A47D-3F19D05BF427}" destId="{A106732E-E5BB-4FA4-9FC2-DA697577346B}" srcOrd="0" destOrd="0" presId="urn:microsoft.com/office/officeart/2005/8/layout/hierarchy4"/>
    <dgm:cxn modelId="{DF5CA916-B838-4B1A-A873-85CB6E41DA71}" type="presParOf" srcId="{2C8A890B-64E1-46F4-A47D-3F19D05BF427}" destId="{16DBB628-F4D2-4D2D-811D-33805E4B12A8}" srcOrd="1" destOrd="0" presId="urn:microsoft.com/office/officeart/2005/8/layout/hierarchy4"/>
    <dgm:cxn modelId="{41DF1CBC-B3BC-4204-BEE5-7CC4D2CF0A5D}" type="presParOf" srcId="{2C8A890B-64E1-46F4-A47D-3F19D05BF427}" destId="{0605FAE3-BEE8-40E0-A45A-F99CDC9992C5}" srcOrd="2" destOrd="0" presId="urn:microsoft.com/office/officeart/2005/8/layout/hierarchy4"/>
    <dgm:cxn modelId="{0FFDCB21-71CF-4DBB-8751-D2DD981E7BF0}" type="presParOf" srcId="{0605FAE3-BEE8-40E0-A45A-F99CDC9992C5}" destId="{D7ABCC41-2043-4144-8220-839ECF82E460}" srcOrd="0" destOrd="0" presId="urn:microsoft.com/office/officeart/2005/8/layout/hierarchy4"/>
    <dgm:cxn modelId="{089BD853-A0E7-47D9-9225-D4EDC138A3C2}" type="presParOf" srcId="{D7ABCC41-2043-4144-8220-839ECF82E460}" destId="{8242CE9D-4669-46E5-BCA4-3B5FAC936837}" srcOrd="0" destOrd="0" presId="urn:microsoft.com/office/officeart/2005/8/layout/hierarchy4"/>
    <dgm:cxn modelId="{69C7510D-E9D0-41A7-96B7-55B24CAA0989}" type="presParOf" srcId="{D7ABCC41-2043-4144-8220-839ECF82E460}" destId="{CA1E2617-B33E-494D-9452-95DA66FA8980}" srcOrd="1" destOrd="0" presId="urn:microsoft.com/office/officeart/2005/8/layout/hierarchy4"/>
    <dgm:cxn modelId="{744275C6-7214-4E67-912D-DE4CD48AA765}" type="presParOf" srcId="{2C5711E4-D976-4C98-BAA0-C9EF21E3B73A}" destId="{F3B0ED00-E7CC-4534-BD5B-853158DCD661}" srcOrd="7" destOrd="0" presId="urn:microsoft.com/office/officeart/2005/8/layout/hierarchy4"/>
    <dgm:cxn modelId="{C56BD948-7BD6-48D0-8A51-4F4490D347E1}" type="presParOf" srcId="{2C5711E4-D976-4C98-BAA0-C9EF21E3B73A}" destId="{77F2A85E-EBC9-4AF9-B7D1-5CCB03AB750E}" srcOrd="8" destOrd="0" presId="urn:microsoft.com/office/officeart/2005/8/layout/hierarchy4"/>
    <dgm:cxn modelId="{A8255F19-BBF8-4100-8ABD-23E2C6EB67C8}" type="presParOf" srcId="{77F2A85E-EBC9-4AF9-B7D1-5CCB03AB750E}" destId="{05639DDF-5FCC-4B8F-B977-906F6CB43161}" srcOrd="0" destOrd="0" presId="urn:microsoft.com/office/officeart/2005/8/layout/hierarchy4"/>
    <dgm:cxn modelId="{4A62A235-6C3E-409F-97C1-5CD9272F2696}" type="presParOf" srcId="{77F2A85E-EBC9-4AF9-B7D1-5CCB03AB750E}" destId="{A447E9B4-5900-4241-966C-B3FB939E6150}" srcOrd="1" destOrd="0" presId="urn:microsoft.com/office/officeart/2005/8/layout/hierarchy4"/>
    <dgm:cxn modelId="{42F00ECA-C83D-4941-A0A4-DE964B0F92F0}" type="presParOf" srcId="{77F2A85E-EBC9-4AF9-B7D1-5CCB03AB750E}" destId="{C345A78C-632F-4B27-8123-75BD3964A29D}" srcOrd="2" destOrd="0" presId="urn:microsoft.com/office/officeart/2005/8/layout/hierarchy4"/>
    <dgm:cxn modelId="{1D4352DA-DAA3-4689-B47D-190584AC8CF2}" type="presParOf" srcId="{C345A78C-632F-4B27-8123-75BD3964A29D}" destId="{AD94C5D7-749F-4C35-AC6B-A5FC27A2334C}" srcOrd="0" destOrd="0" presId="urn:microsoft.com/office/officeart/2005/8/layout/hierarchy4"/>
    <dgm:cxn modelId="{60238584-1B7F-4A2C-A9F1-710F1A6956B9}" type="presParOf" srcId="{AD94C5D7-749F-4C35-AC6B-A5FC27A2334C}" destId="{04475720-37ED-4DBC-B32C-8365E7D0E0C6}" srcOrd="0" destOrd="0" presId="urn:microsoft.com/office/officeart/2005/8/layout/hierarchy4"/>
    <dgm:cxn modelId="{D06ABC3E-73FD-4E9B-B3AD-3AC0C6834862}" type="presParOf" srcId="{AD94C5D7-749F-4C35-AC6B-A5FC27A2334C}" destId="{D303C1BE-B217-4597-90A3-ACB3F60307B7}" srcOrd="1" destOrd="0" presId="urn:microsoft.com/office/officeart/2005/8/layout/hierarchy4"/>
    <dgm:cxn modelId="{CAAC5136-FDE8-40EA-AA46-F8F4856DB8AC}" type="presParOf" srcId="{2C5711E4-D976-4C98-BAA0-C9EF21E3B73A}" destId="{2CA828B8-843D-476D-9812-A8FE9100F08A}" srcOrd="9" destOrd="0" presId="urn:microsoft.com/office/officeart/2005/8/layout/hierarchy4"/>
    <dgm:cxn modelId="{F64CA330-1298-4BCB-8545-14FA5AF677BA}" type="presParOf" srcId="{2C5711E4-D976-4C98-BAA0-C9EF21E3B73A}" destId="{1DB451B7-C2FC-4D86-A98C-58C052A3E19A}" srcOrd="10" destOrd="0" presId="urn:microsoft.com/office/officeart/2005/8/layout/hierarchy4"/>
    <dgm:cxn modelId="{27D9B39F-2CF8-46B7-B26E-017C38AC49B4}" type="presParOf" srcId="{1DB451B7-C2FC-4D86-A98C-58C052A3E19A}" destId="{B1BBEE87-A045-48AA-A222-6DBECC44513D}" srcOrd="0" destOrd="0" presId="urn:microsoft.com/office/officeart/2005/8/layout/hierarchy4"/>
    <dgm:cxn modelId="{6ACB6DFA-173E-4331-B0B3-C98B119CCC2B}" type="presParOf" srcId="{1DB451B7-C2FC-4D86-A98C-58C052A3E19A}" destId="{4DEFD43C-E8C7-46A9-8792-2E1D40B9F59F}" srcOrd="1" destOrd="0" presId="urn:microsoft.com/office/officeart/2005/8/layout/hierarchy4"/>
    <dgm:cxn modelId="{AB774816-851F-48A8-8EF2-340BBE387EC2}" type="presParOf" srcId="{1DB451B7-C2FC-4D86-A98C-58C052A3E19A}" destId="{29F635AC-5637-4512-BAC3-F400A3BF7154}" srcOrd="2" destOrd="0" presId="urn:microsoft.com/office/officeart/2005/8/layout/hierarchy4"/>
    <dgm:cxn modelId="{F135C241-D6E2-4520-BD20-55731906B09F}" type="presParOf" srcId="{29F635AC-5637-4512-BAC3-F400A3BF7154}" destId="{FBC86D13-5ED6-440C-BC09-63C50F67D839}" srcOrd="0" destOrd="0" presId="urn:microsoft.com/office/officeart/2005/8/layout/hierarchy4"/>
    <dgm:cxn modelId="{742FAF96-A9D2-4737-B1E7-E04037AF959B}" type="presParOf" srcId="{FBC86D13-5ED6-440C-BC09-63C50F67D839}" destId="{EE8A2EE3-CBD0-4B3C-B43F-8C7FD923CC25}" srcOrd="0" destOrd="0" presId="urn:microsoft.com/office/officeart/2005/8/layout/hierarchy4"/>
    <dgm:cxn modelId="{1FF90375-61D9-4D7D-B085-322747528F4B}" type="presParOf" srcId="{FBC86D13-5ED6-440C-BC09-63C50F67D839}" destId="{6964C8D3-BEAC-458E-A540-89997072485C}" srcOrd="1" destOrd="0" presId="urn:microsoft.com/office/officeart/2005/8/layout/hierarchy4"/>
    <dgm:cxn modelId="{C2EAB5E0-3DCD-4C3B-82A7-D796D86D6140}" type="presParOf" srcId="{2C5711E4-D976-4C98-BAA0-C9EF21E3B73A}" destId="{B18D0BC7-0E4B-4896-BF4A-8AD2E8BB3F07}" srcOrd="11" destOrd="0" presId="urn:microsoft.com/office/officeart/2005/8/layout/hierarchy4"/>
    <dgm:cxn modelId="{6235D284-2530-477D-A845-6C36539127BB}" type="presParOf" srcId="{2C5711E4-D976-4C98-BAA0-C9EF21E3B73A}" destId="{357A7FA5-B68B-4D21-8E80-4127191E0824}" srcOrd="12" destOrd="0" presId="urn:microsoft.com/office/officeart/2005/8/layout/hierarchy4"/>
    <dgm:cxn modelId="{D8CF2113-0347-4119-BC97-21E3A6F48C08}" type="presParOf" srcId="{357A7FA5-B68B-4D21-8E80-4127191E0824}" destId="{4BC94A0B-5CBD-423A-8D2C-E555A845D89B}" srcOrd="0" destOrd="0" presId="urn:microsoft.com/office/officeart/2005/8/layout/hierarchy4"/>
    <dgm:cxn modelId="{365D46EE-8DF6-4C6D-A5D5-0E2C8BC6ABC6}" type="presParOf" srcId="{357A7FA5-B68B-4D21-8E80-4127191E0824}" destId="{B5EEEC74-CE5A-4EF1-9157-D20F0555014A}" srcOrd="1" destOrd="0" presId="urn:microsoft.com/office/officeart/2005/8/layout/hierarchy4"/>
    <dgm:cxn modelId="{CABE3007-6EEC-4C6B-A428-D4AEB63D16E2}" type="presParOf" srcId="{357A7FA5-B68B-4D21-8E80-4127191E0824}" destId="{E7D18F3B-5475-4D7D-8445-BD6F65DEDA2F}" srcOrd="2" destOrd="0" presId="urn:microsoft.com/office/officeart/2005/8/layout/hierarchy4"/>
    <dgm:cxn modelId="{68302408-6829-4AEA-A409-79E781CA615F}" type="presParOf" srcId="{E7D18F3B-5475-4D7D-8445-BD6F65DEDA2F}" destId="{5C6F1E77-79BE-4B70-BDA2-759C790A80E2}" srcOrd="0" destOrd="0" presId="urn:microsoft.com/office/officeart/2005/8/layout/hierarchy4"/>
    <dgm:cxn modelId="{523E93D2-FF04-40DD-9C86-1C055DDE455F}" type="presParOf" srcId="{5C6F1E77-79BE-4B70-BDA2-759C790A80E2}" destId="{3A259367-22C9-439A-88BC-51E03C341F58}" srcOrd="0" destOrd="0" presId="urn:microsoft.com/office/officeart/2005/8/layout/hierarchy4"/>
    <dgm:cxn modelId="{A1736CF6-8A60-4D52-AC88-ADA3D9DF5E26}" type="presParOf" srcId="{5C6F1E77-79BE-4B70-BDA2-759C790A80E2}" destId="{10F891F8-3A5E-4FFB-B56D-01AE52FF0E9C}" srcOrd="1" destOrd="0" presId="urn:microsoft.com/office/officeart/2005/8/layout/hierarchy4"/>
    <dgm:cxn modelId="{C3ED0FB6-C6D7-4308-A02C-CE98F80ECB86}" type="presParOf" srcId="{2C5711E4-D976-4C98-BAA0-C9EF21E3B73A}" destId="{26E1A5D0-7FDE-4E5B-81A8-749716B19AE7}" srcOrd="13" destOrd="0" presId="urn:microsoft.com/office/officeart/2005/8/layout/hierarchy4"/>
    <dgm:cxn modelId="{1DDBE969-ADD3-42CC-AEFA-40407336420F}" type="presParOf" srcId="{2C5711E4-D976-4C98-BAA0-C9EF21E3B73A}" destId="{350EF106-8E7F-4109-B408-AEB4562218C1}" srcOrd="14" destOrd="0" presId="urn:microsoft.com/office/officeart/2005/8/layout/hierarchy4"/>
    <dgm:cxn modelId="{8EAA293C-9260-406C-B1DE-64150329DE3D}" type="presParOf" srcId="{350EF106-8E7F-4109-B408-AEB4562218C1}" destId="{A3CE430D-AB95-4A6F-BC7A-8F701B61CF1D}" srcOrd="0" destOrd="0" presId="urn:microsoft.com/office/officeart/2005/8/layout/hierarchy4"/>
    <dgm:cxn modelId="{65895819-7928-4887-998E-7D9253D4CCB5}" type="presParOf" srcId="{350EF106-8E7F-4109-B408-AEB4562218C1}" destId="{B6EBF6D9-397E-4907-9936-AEB47D2B2FE0}" srcOrd="1" destOrd="0" presId="urn:microsoft.com/office/officeart/2005/8/layout/hierarchy4"/>
    <dgm:cxn modelId="{FD1735AE-D068-4190-BE64-5135E54CABE2}" type="presParOf" srcId="{350EF106-8E7F-4109-B408-AEB4562218C1}" destId="{C63FA259-B95F-4E29-8E46-7670E5A0DC25}" srcOrd="2" destOrd="0" presId="urn:microsoft.com/office/officeart/2005/8/layout/hierarchy4"/>
    <dgm:cxn modelId="{E101DEAA-DB3B-44AF-885D-E2A6F337EA00}" type="presParOf" srcId="{C63FA259-B95F-4E29-8E46-7670E5A0DC25}" destId="{5DA94D41-537D-4551-A7ED-BDBDD4928BDD}" srcOrd="0" destOrd="0" presId="urn:microsoft.com/office/officeart/2005/8/layout/hierarchy4"/>
    <dgm:cxn modelId="{EDE0DABF-314A-465D-BDF7-09E658A97ABB}" type="presParOf" srcId="{5DA94D41-537D-4551-A7ED-BDBDD4928BDD}" destId="{44686116-052F-49A9-A74B-938B399A9E5A}" srcOrd="0" destOrd="0" presId="urn:microsoft.com/office/officeart/2005/8/layout/hierarchy4"/>
    <dgm:cxn modelId="{BF38CBC9-59D6-426E-982C-33AC183BCE0D}" type="presParOf" srcId="{5DA94D41-537D-4551-A7ED-BDBDD4928BDD}" destId="{5DE375A6-913F-46B3-8B59-8B9AD5D4CF89}" srcOrd="1" destOrd="0" presId="urn:microsoft.com/office/officeart/2005/8/layout/hierarchy4"/>
    <dgm:cxn modelId="{7350DF35-8557-4E4E-BC24-73EF505188EC}" type="presParOf" srcId="{2C5711E4-D976-4C98-BAA0-C9EF21E3B73A}" destId="{32013FF4-64D0-4EB4-B828-5C46867E5101}" srcOrd="15" destOrd="0" presId="urn:microsoft.com/office/officeart/2005/8/layout/hierarchy4"/>
    <dgm:cxn modelId="{4C1AE728-6483-4FFC-B5D1-7DCD55483E32}" type="presParOf" srcId="{2C5711E4-D976-4C98-BAA0-C9EF21E3B73A}" destId="{8D72ECB3-1E40-4FCD-8DC4-FF22BDC01903}" srcOrd="16" destOrd="0" presId="urn:microsoft.com/office/officeart/2005/8/layout/hierarchy4"/>
    <dgm:cxn modelId="{BE1C1744-9AD6-443A-B01A-2244BD5A5A91}" type="presParOf" srcId="{8D72ECB3-1E40-4FCD-8DC4-FF22BDC01903}" destId="{FF9CC79F-CF4C-4CC4-8B6F-363312365C3A}" srcOrd="0" destOrd="0" presId="urn:microsoft.com/office/officeart/2005/8/layout/hierarchy4"/>
    <dgm:cxn modelId="{40A49ACC-E047-416F-9E71-A04934C6CDB9}" type="presParOf" srcId="{8D72ECB3-1E40-4FCD-8DC4-FF22BDC01903}" destId="{892CBD57-2D27-4409-8A8F-6E13B5A1ED41}" srcOrd="1" destOrd="0" presId="urn:microsoft.com/office/officeart/2005/8/layout/hierarchy4"/>
    <dgm:cxn modelId="{BFF97B30-812E-4D73-BC93-FD93CF10FCCA}" type="presParOf" srcId="{8D72ECB3-1E40-4FCD-8DC4-FF22BDC01903}" destId="{D5063D54-2859-41B3-B607-10734D1BD4A2}" srcOrd="2" destOrd="0" presId="urn:microsoft.com/office/officeart/2005/8/layout/hierarchy4"/>
    <dgm:cxn modelId="{E00E6CC9-0AEE-45F9-BD25-E09193D4EC73}" type="presParOf" srcId="{D5063D54-2859-41B3-B607-10734D1BD4A2}" destId="{41E60678-2F07-4EFD-9C85-86F695F30614}" srcOrd="0" destOrd="0" presId="urn:microsoft.com/office/officeart/2005/8/layout/hierarchy4"/>
    <dgm:cxn modelId="{96B11178-4A42-4138-9A1F-C14F60BDFAB1}" type="presParOf" srcId="{41E60678-2F07-4EFD-9C85-86F695F30614}" destId="{982A3BF8-37E9-4B59-9422-A3BA90D51973}" srcOrd="0" destOrd="0" presId="urn:microsoft.com/office/officeart/2005/8/layout/hierarchy4"/>
    <dgm:cxn modelId="{326887AB-96AC-4B7E-94C3-BB30613EBCA1}" type="presParOf" srcId="{41E60678-2F07-4EFD-9C85-86F695F30614}" destId="{38E9D707-4B14-4982-BFBE-8C53D8DE4115}" srcOrd="1" destOrd="0" presId="urn:microsoft.com/office/officeart/2005/8/layout/hierarchy4"/>
    <dgm:cxn modelId="{1AFB5A6E-782D-4FAB-8C52-41D5922579BF}" type="presParOf" srcId="{2C5711E4-D976-4C98-BAA0-C9EF21E3B73A}" destId="{00F93391-5133-4923-8F8B-1751F7DAF621}" srcOrd="17" destOrd="0" presId="urn:microsoft.com/office/officeart/2005/8/layout/hierarchy4"/>
    <dgm:cxn modelId="{4ABC6D99-F124-4DBA-9862-EFB92553AA44}" type="presParOf" srcId="{2C5711E4-D976-4C98-BAA0-C9EF21E3B73A}" destId="{E7156615-191D-4832-B412-4BA94758B71F}" srcOrd="18" destOrd="0" presId="urn:microsoft.com/office/officeart/2005/8/layout/hierarchy4"/>
    <dgm:cxn modelId="{E8498459-F875-4EDD-9647-EA46A1E937ED}" type="presParOf" srcId="{E7156615-191D-4832-B412-4BA94758B71F}" destId="{2C7087C6-A44A-4246-BDAA-5EEF92B3F793}" srcOrd="0" destOrd="0" presId="urn:microsoft.com/office/officeart/2005/8/layout/hierarchy4"/>
    <dgm:cxn modelId="{8D4970C8-F1BB-4D6C-AE80-B8AD61793D66}" type="presParOf" srcId="{E7156615-191D-4832-B412-4BA94758B71F}" destId="{3621C540-A0BC-4CB0-975E-8A056C24CC3C}" srcOrd="1" destOrd="0" presId="urn:microsoft.com/office/officeart/2005/8/layout/hierarchy4"/>
    <dgm:cxn modelId="{55479FF8-A15F-472F-A85D-BBC03BFF8C5C}" type="presParOf" srcId="{E7156615-191D-4832-B412-4BA94758B71F}" destId="{1F19E47A-3AE9-42BD-BEF0-07341389343F}" srcOrd="2" destOrd="0" presId="urn:microsoft.com/office/officeart/2005/8/layout/hierarchy4"/>
    <dgm:cxn modelId="{B9426293-3FE7-481D-BCF9-0855D50C15C1}" type="presParOf" srcId="{1F19E47A-3AE9-42BD-BEF0-07341389343F}" destId="{2925401D-46C9-4BE0-917C-9DEB760A0250}" srcOrd="0" destOrd="0" presId="urn:microsoft.com/office/officeart/2005/8/layout/hierarchy4"/>
    <dgm:cxn modelId="{4FF5EE1F-8BA7-4244-9DA7-9D182DC73D04}" type="presParOf" srcId="{2925401D-46C9-4BE0-917C-9DEB760A0250}" destId="{136F5F10-0EF0-46F3-B7F2-D476E7B12201}" srcOrd="0" destOrd="0" presId="urn:microsoft.com/office/officeart/2005/8/layout/hierarchy4"/>
    <dgm:cxn modelId="{1D8F2692-0EA1-4625-8508-8F7A154820B5}" type="presParOf" srcId="{2925401D-46C9-4BE0-917C-9DEB760A0250}" destId="{2DD7E971-ACB3-4F67-A7E9-8EF38060A16A}"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A7F9A1-1329-4993-9C37-94FFAA1D701A}" type="doc">
      <dgm:prSet loTypeId="urn:microsoft.com/office/officeart/2005/8/layout/pList2" loCatId="picture" qsTypeId="urn:microsoft.com/office/officeart/2005/8/quickstyle/simple2" qsCatId="simple" csTypeId="urn:microsoft.com/office/officeart/2005/8/colors/accent0_1" csCatId="mainScheme" phldr="1"/>
      <dgm:spPr/>
      <dgm:t>
        <a:bodyPr/>
        <a:lstStyle/>
        <a:p>
          <a:endParaRPr lang="en-IN"/>
        </a:p>
      </dgm:t>
    </dgm:pt>
    <dgm:pt modelId="{B7DC2DFD-9975-4781-87A6-3A533883C893}">
      <dgm:prSet phldrT="[Text]" custT="1"/>
      <dgm:spPr/>
      <dgm:t>
        <a:bodyPr/>
        <a:lstStyle/>
        <a:p>
          <a:pPr algn="ctr">
            <a:buNone/>
          </a:pPr>
          <a:r>
            <a:rPr lang="en-US" sz="2000" b="1" u="sng" dirty="0">
              <a:effectLst/>
              <a:latin typeface="Bodoni MT" panose="02070603080606020203" pitchFamily="18" charset="0"/>
              <a:ea typeface="Aptos" panose="020B0004020202020204" pitchFamily="34" charset="0"/>
              <a:cs typeface="Times New Roman" panose="02020603050405020304" pitchFamily="18" charset="0"/>
            </a:rPr>
            <a:t>Availability of seats</a:t>
          </a:r>
          <a:endParaRPr lang="en-IN" sz="2000" b="1" u="sng" dirty="0">
            <a:latin typeface="Bodoni MT" panose="02070603080606020203" pitchFamily="18" charset="0"/>
          </a:endParaRPr>
        </a:p>
      </dgm:t>
    </dgm:pt>
    <dgm:pt modelId="{3407E2D2-3063-42EB-A871-BE3F86B308C0}" type="parTrans" cxnId="{D9E907CB-85BD-48D2-BF0F-4BF589706BBD}">
      <dgm:prSet/>
      <dgm:spPr/>
      <dgm:t>
        <a:bodyPr/>
        <a:lstStyle/>
        <a:p>
          <a:endParaRPr lang="en-IN"/>
        </a:p>
      </dgm:t>
    </dgm:pt>
    <dgm:pt modelId="{A88B07BD-0221-4E19-BC5E-93A4C534DF03}" type="sibTrans" cxnId="{D9E907CB-85BD-48D2-BF0F-4BF589706BBD}">
      <dgm:prSet/>
      <dgm:spPr/>
      <dgm:t>
        <a:bodyPr/>
        <a:lstStyle/>
        <a:p>
          <a:endParaRPr lang="en-IN"/>
        </a:p>
      </dgm:t>
    </dgm:pt>
    <dgm:pt modelId="{3191F030-09A1-4D9D-B83A-D7F28219AAC3}">
      <dgm:prSet custT="1"/>
      <dgm:spPr/>
      <dgm:t>
        <a:bodyPr/>
        <a:lstStyle/>
        <a:p>
          <a:pPr algn="l"/>
          <a:r>
            <a:rPr lang="en-US" sz="1800" dirty="0">
              <a:effectLst/>
              <a:latin typeface="Bodoni MT" panose="02070603080606020203" pitchFamily="18" charset="0"/>
              <a:ea typeface="Aptos" panose="020B0004020202020204" pitchFamily="34" charset="0"/>
              <a:cs typeface="Times New Roman" panose="02020603050405020304" pitchFamily="18" charset="0"/>
            </a:rPr>
            <a:t>SELECT seat_no, coach_no FROM reservations WHERE train_no = 12951</a:t>
          </a:r>
          <a:r>
            <a:rPr lang="en-IN" sz="1800" dirty="0">
              <a:latin typeface="Bodoni MT" panose="02070603080606020203" pitchFamily="18" charset="0"/>
              <a:ea typeface="Aptos" panose="020B0004020202020204" pitchFamily="34" charset="0"/>
              <a:cs typeface="Times New Roman" panose="02020603050405020304" pitchFamily="18" charset="0"/>
            </a:rPr>
            <a:t> </a:t>
          </a:r>
          <a:r>
            <a:rPr lang="en-US" sz="1800" dirty="0">
              <a:effectLst/>
              <a:latin typeface="Bodoni MT" panose="02070603080606020203" pitchFamily="18" charset="0"/>
              <a:ea typeface="Aptos" panose="020B0004020202020204" pitchFamily="34" charset="0"/>
              <a:cs typeface="Times New Roman" panose="02020603050405020304" pitchFamily="18" charset="0"/>
            </a:rPr>
            <a:t>AND journey_date = '2025-09-01’</a:t>
          </a:r>
          <a:r>
            <a:rPr lang="en-IN" sz="1800" dirty="0">
              <a:latin typeface="Bodoni MT" panose="02070603080606020203" pitchFamily="18" charset="0"/>
              <a:ea typeface="Aptos" panose="020B0004020202020204" pitchFamily="34" charset="0"/>
              <a:cs typeface="Times New Roman" panose="02020603050405020304" pitchFamily="18" charset="0"/>
            </a:rPr>
            <a:t> </a:t>
          </a:r>
          <a:r>
            <a:rPr lang="en-US" sz="1800" dirty="0">
              <a:effectLst/>
              <a:latin typeface="Bodoni MT" panose="02070603080606020203" pitchFamily="18" charset="0"/>
              <a:ea typeface="Aptos" panose="020B0004020202020204" pitchFamily="34" charset="0"/>
              <a:cs typeface="Times New Roman" panose="02020603050405020304" pitchFamily="18" charset="0"/>
            </a:rPr>
            <a:t>AND status = 'Available’;</a:t>
          </a:r>
          <a:endParaRPr lang="en-IN" sz="1800" dirty="0">
            <a:effectLst/>
            <a:latin typeface="Bodoni MT" panose="02070603080606020203" pitchFamily="18" charset="0"/>
            <a:ea typeface="Aptos" panose="020B0004020202020204" pitchFamily="34" charset="0"/>
            <a:cs typeface="Times New Roman" panose="02020603050405020304" pitchFamily="18" charset="0"/>
          </a:endParaRPr>
        </a:p>
      </dgm:t>
    </dgm:pt>
    <dgm:pt modelId="{D72CF916-27CA-4C75-98B3-BBBB4E809FFA}" type="parTrans" cxnId="{FBE912B9-5056-473E-9B0B-772FF6324851}">
      <dgm:prSet/>
      <dgm:spPr/>
      <dgm:t>
        <a:bodyPr/>
        <a:lstStyle/>
        <a:p>
          <a:endParaRPr lang="en-IN"/>
        </a:p>
      </dgm:t>
    </dgm:pt>
    <dgm:pt modelId="{FB3D8AA9-E521-4B72-86D0-E2CE456E6303}" type="sibTrans" cxnId="{FBE912B9-5056-473E-9B0B-772FF6324851}">
      <dgm:prSet/>
      <dgm:spPr/>
      <dgm:t>
        <a:bodyPr/>
        <a:lstStyle/>
        <a:p>
          <a:endParaRPr lang="en-IN"/>
        </a:p>
      </dgm:t>
    </dgm:pt>
    <dgm:pt modelId="{4160B49C-C567-44D0-BCA3-0A88E0425E4A}">
      <dgm:prSet custT="1"/>
      <dgm:spPr/>
      <dgm:t>
        <a:bodyPr/>
        <a:lstStyle/>
        <a:p>
          <a:pPr algn="ctr"/>
          <a:r>
            <a:rPr lang="en-US" sz="2000" b="1" u="sng" dirty="0">
              <a:effectLst/>
              <a:latin typeface="Bodoni MT" panose="02070603080606020203" pitchFamily="18" charset="0"/>
              <a:ea typeface="Aptos" panose="020B0004020202020204" pitchFamily="34" charset="0"/>
              <a:cs typeface="Times New Roman" panose="02020603050405020304" pitchFamily="18" charset="0"/>
            </a:rPr>
            <a:t>No of Trains arriving in the given time slot</a:t>
          </a:r>
          <a:endParaRPr lang="en-IN" sz="2000" b="1" u="sng" dirty="0">
            <a:effectLst/>
            <a:latin typeface="Bodoni MT" panose="02070603080606020203" pitchFamily="18" charset="0"/>
            <a:ea typeface="Aptos" panose="020B0004020202020204" pitchFamily="34" charset="0"/>
            <a:cs typeface="Times New Roman" panose="02020603050405020304" pitchFamily="18" charset="0"/>
          </a:endParaRPr>
        </a:p>
      </dgm:t>
    </dgm:pt>
    <dgm:pt modelId="{6855E238-4C59-4C1A-876A-5ADFE00C115A}" type="parTrans" cxnId="{6734291C-9112-409A-8FEA-3FD9889C7665}">
      <dgm:prSet/>
      <dgm:spPr/>
      <dgm:t>
        <a:bodyPr/>
        <a:lstStyle/>
        <a:p>
          <a:endParaRPr lang="en-IN"/>
        </a:p>
      </dgm:t>
    </dgm:pt>
    <dgm:pt modelId="{2D7C317A-3E6E-42C8-9297-00D7B4691E5F}" type="sibTrans" cxnId="{6734291C-9112-409A-8FEA-3FD9889C7665}">
      <dgm:prSet/>
      <dgm:spPr/>
      <dgm:t>
        <a:bodyPr/>
        <a:lstStyle/>
        <a:p>
          <a:endParaRPr lang="en-IN"/>
        </a:p>
      </dgm:t>
    </dgm:pt>
    <dgm:pt modelId="{B6F1B068-5CDB-4BA9-B772-767EB95EE931}">
      <dgm:prSet custT="1"/>
      <dgm:spPr/>
      <dgm:t>
        <a:bodyPr/>
        <a:lstStyle/>
        <a:p>
          <a:pPr algn="l"/>
          <a:r>
            <a:rPr lang="en-US" sz="1800" dirty="0">
              <a:effectLst/>
              <a:latin typeface="Bodoni MT" panose="02070603080606020203" pitchFamily="18" charset="0"/>
              <a:ea typeface="Aptos" panose="020B0004020202020204" pitchFamily="34" charset="0"/>
              <a:cs typeface="Times New Roman" panose="02020603050405020304" pitchFamily="18" charset="0"/>
            </a:rPr>
            <a:t>SELECT platform_no  FROM schedule</a:t>
          </a:r>
          <a:r>
            <a:rPr lang="en-IN" sz="1800" dirty="0">
              <a:latin typeface="Bodoni MT" panose="02070603080606020203" pitchFamily="18" charset="0"/>
              <a:ea typeface="Aptos" panose="020B0004020202020204" pitchFamily="34" charset="0"/>
              <a:cs typeface="Times New Roman" panose="02020603050405020304" pitchFamily="18" charset="0"/>
            </a:rPr>
            <a:t> </a:t>
          </a:r>
          <a:r>
            <a:rPr lang="en-US" sz="1800" dirty="0">
              <a:effectLst/>
              <a:latin typeface="Bodoni MT" panose="02070603080606020203" pitchFamily="18" charset="0"/>
              <a:ea typeface="Aptos" panose="020B0004020202020204" pitchFamily="34" charset="0"/>
              <a:cs typeface="Times New Roman" panose="02020603050405020304" pitchFamily="18" charset="0"/>
            </a:rPr>
            <a:t>WHERE station_code = 'NDLS’</a:t>
          </a:r>
          <a:r>
            <a:rPr lang="en-IN" sz="1800" dirty="0">
              <a:latin typeface="Bodoni MT" panose="02070603080606020203" pitchFamily="18" charset="0"/>
              <a:ea typeface="Aptos" panose="020B0004020202020204" pitchFamily="34" charset="0"/>
              <a:cs typeface="Times New Roman" panose="02020603050405020304" pitchFamily="18" charset="0"/>
            </a:rPr>
            <a:t> </a:t>
          </a:r>
          <a:r>
            <a:rPr lang="en-US" sz="1800" dirty="0">
              <a:effectLst/>
              <a:latin typeface="Bodoni MT" panose="02070603080606020203" pitchFamily="18" charset="0"/>
              <a:ea typeface="Aptos" panose="020B0004020202020204" pitchFamily="34" charset="0"/>
              <a:cs typeface="Times New Roman" panose="02020603050405020304" pitchFamily="18" charset="0"/>
            </a:rPr>
            <a:t>AND arrival_time BETWEEN '10:00' AND '12:00’;</a:t>
          </a:r>
        </a:p>
      </dgm:t>
    </dgm:pt>
    <dgm:pt modelId="{F355A64A-CA25-4337-8496-E8393294FDD4}" type="parTrans" cxnId="{C4FEB82E-F050-491D-B64E-40C836D0B9B6}">
      <dgm:prSet/>
      <dgm:spPr/>
      <dgm:t>
        <a:bodyPr/>
        <a:lstStyle/>
        <a:p>
          <a:endParaRPr lang="en-IN"/>
        </a:p>
      </dgm:t>
    </dgm:pt>
    <dgm:pt modelId="{2687C2D5-8AD4-4157-9DCD-211598427036}" type="sibTrans" cxnId="{C4FEB82E-F050-491D-B64E-40C836D0B9B6}">
      <dgm:prSet/>
      <dgm:spPr/>
      <dgm:t>
        <a:bodyPr/>
        <a:lstStyle/>
        <a:p>
          <a:endParaRPr lang="en-IN"/>
        </a:p>
      </dgm:t>
    </dgm:pt>
    <dgm:pt modelId="{0D75547C-796F-4114-B83B-C46E34094E8D}">
      <dgm:prSet custT="1"/>
      <dgm:spPr/>
      <dgm:t>
        <a:bodyPr/>
        <a:lstStyle/>
        <a:p>
          <a:pPr algn="ctr"/>
          <a:r>
            <a:rPr lang="en-US" sz="2400" b="1" u="sng" dirty="0">
              <a:effectLst/>
              <a:latin typeface="Bodoni MT" panose="02070603080606020203" pitchFamily="18" charset="0"/>
              <a:ea typeface="Aptos" panose="020B0004020202020204" pitchFamily="34" charset="0"/>
              <a:cs typeface="Times New Roman" panose="02020603050405020304" pitchFamily="18" charset="0"/>
            </a:rPr>
            <a:t>Cancellation of tickets</a:t>
          </a:r>
          <a:endParaRPr lang="en-IN" sz="2400" b="1" u="sng" dirty="0">
            <a:effectLst/>
            <a:latin typeface="Bodoni MT" panose="02070603080606020203" pitchFamily="18" charset="0"/>
            <a:ea typeface="Aptos" panose="020B0004020202020204" pitchFamily="34" charset="0"/>
            <a:cs typeface="Times New Roman" panose="02020603050405020304" pitchFamily="18" charset="0"/>
          </a:endParaRPr>
        </a:p>
      </dgm:t>
    </dgm:pt>
    <dgm:pt modelId="{3D53FC53-798B-414F-8610-CE62F97AC86A}" type="parTrans" cxnId="{10ED63D1-A115-4FDB-B011-9CC1349EBE83}">
      <dgm:prSet/>
      <dgm:spPr/>
      <dgm:t>
        <a:bodyPr/>
        <a:lstStyle/>
        <a:p>
          <a:endParaRPr lang="en-IN"/>
        </a:p>
      </dgm:t>
    </dgm:pt>
    <dgm:pt modelId="{20AF2EA1-A097-4BB8-80B2-DFDA721CEDAB}" type="sibTrans" cxnId="{10ED63D1-A115-4FDB-B011-9CC1349EBE83}">
      <dgm:prSet/>
      <dgm:spPr/>
      <dgm:t>
        <a:bodyPr/>
        <a:lstStyle/>
        <a:p>
          <a:endParaRPr lang="en-IN"/>
        </a:p>
      </dgm:t>
    </dgm:pt>
    <dgm:pt modelId="{9096EC95-24BE-4D92-BF35-B80760F9577B}">
      <dgm:prSet custT="1"/>
      <dgm:spPr/>
      <dgm:t>
        <a:bodyPr/>
        <a:lstStyle/>
        <a:p>
          <a:pPr algn="l"/>
          <a:r>
            <a:rPr lang="en-US" sz="1800" dirty="0">
              <a:effectLst/>
              <a:latin typeface="Bodoni MT" panose="02070603080606020203" pitchFamily="18" charset="0"/>
              <a:ea typeface="Aptos" panose="020B0004020202020204" pitchFamily="34" charset="0"/>
              <a:cs typeface="Times New Roman" panose="02020603050405020304" pitchFamily="18" charset="0"/>
            </a:rPr>
            <a:t>UPDATE Ticket</a:t>
          </a:r>
          <a:r>
            <a:rPr lang="en-IN" sz="1800" dirty="0">
              <a:latin typeface="Bodoni MT" panose="02070603080606020203" pitchFamily="18" charset="0"/>
              <a:ea typeface="Aptos" panose="020B0004020202020204" pitchFamily="34" charset="0"/>
              <a:cs typeface="Times New Roman" panose="02020603050405020304" pitchFamily="18" charset="0"/>
            </a:rPr>
            <a:t> </a:t>
          </a:r>
          <a:r>
            <a:rPr lang="en-US" sz="1800" dirty="0">
              <a:effectLst/>
              <a:latin typeface="Bodoni MT" panose="02070603080606020203" pitchFamily="18" charset="0"/>
              <a:ea typeface="Aptos" panose="020B0004020202020204" pitchFamily="34" charset="0"/>
              <a:cs typeface="Times New Roman" panose="02020603050405020304" pitchFamily="18" charset="0"/>
            </a:rPr>
            <a:t>SET Status = 'Cancelled’</a:t>
          </a:r>
          <a:r>
            <a:rPr lang="en-IN" sz="1800" dirty="0">
              <a:latin typeface="Bodoni MT" panose="02070603080606020203" pitchFamily="18" charset="0"/>
              <a:ea typeface="Aptos" panose="020B0004020202020204" pitchFamily="34" charset="0"/>
              <a:cs typeface="Times New Roman" panose="02020603050405020304" pitchFamily="18" charset="0"/>
            </a:rPr>
            <a:t> </a:t>
          </a:r>
          <a:r>
            <a:rPr lang="en-US" sz="1800" dirty="0">
              <a:effectLst/>
              <a:latin typeface="Bodoni MT" panose="02070603080606020203" pitchFamily="18" charset="0"/>
              <a:ea typeface="Aptos" panose="020B0004020202020204" pitchFamily="34" charset="0"/>
              <a:cs typeface="Times New Roman" panose="02020603050405020304" pitchFamily="18" charset="0"/>
            </a:rPr>
            <a:t>WHERE Ticket_ID = 501;</a:t>
          </a:r>
          <a:endParaRPr lang="en-IN" sz="1800" dirty="0">
            <a:effectLst/>
            <a:latin typeface="Bodoni MT" panose="02070603080606020203" pitchFamily="18" charset="0"/>
            <a:ea typeface="Aptos" panose="020B0004020202020204" pitchFamily="34" charset="0"/>
            <a:cs typeface="Times New Roman" panose="02020603050405020304" pitchFamily="18" charset="0"/>
          </a:endParaRPr>
        </a:p>
      </dgm:t>
    </dgm:pt>
    <dgm:pt modelId="{4CF7352A-00E2-4A51-A3A5-2922E98B50A9}" type="parTrans" cxnId="{2A6E3E0D-A070-49FB-867E-5742D5F10951}">
      <dgm:prSet/>
      <dgm:spPr/>
      <dgm:t>
        <a:bodyPr/>
        <a:lstStyle/>
        <a:p>
          <a:endParaRPr lang="en-IN"/>
        </a:p>
      </dgm:t>
    </dgm:pt>
    <dgm:pt modelId="{B3DDA6F3-19B9-46D4-A07F-9F72BFE4E632}" type="sibTrans" cxnId="{2A6E3E0D-A070-49FB-867E-5742D5F10951}">
      <dgm:prSet/>
      <dgm:spPr/>
      <dgm:t>
        <a:bodyPr/>
        <a:lstStyle/>
        <a:p>
          <a:endParaRPr lang="en-IN"/>
        </a:p>
      </dgm:t>
    </dgm:pt>
    <dgm:pt modelId="{4EF66E9E-F947-446A-AE60-48866A15C445}" type="pres">
      <dgm:prSet presAssocID="{13A7F9A1-1329-4993-9C37-94FFAA1D701A}" presName="Name0" presStyleCnt="0">
        <dgm:presLayoutVars>
          <dgm:dir/>
          <dgm:resizeHandles val="exact"/>
        </dgm:presLayoutVars>
      </dgm:prSet>
      <dgm:spPr/>
    </dgm:pt>
    <dgm:pt modelId="{F01AAE85-9D1C-4AFF-BA90-586CDD76129D}" type="pres">
      <dgm:prSet presAssocID="{13A7F9A1-1329-4993-9C37-94FFAA1D701A}" presName="bkgdShp" presStyleLbl="alignAccFollowNode1" presStyleIdx="0" presStyleCnt="1"/>
      <dgm:spPr/>
    </dgm:pt>
    <dgm:pt modelId="{44EE9058-A7A8-465C-9160-C841F4D3BF89}" type="pres">
      <dgm:prSet presAssocID="{13A7F9A1-1329-4993-9C37-94FFAA1D701A}" presName="linComp" presStyleCnt="0"/>
      <dgm:spPr/>
    </dgm:pt>
    <dgm:pt modelId="{0525581B-DC89-4064-AC99-97020F0FE94C}" type="pres">
      <dgm:prSet presAssocID="{B7DC2DFD-9975-4781-87A6-3A533883C893}" presName="compNode" presStyleCnt="0"/>
      <dgm:spPr/>
    </dgm:pt>
    <dgm:pt modelId="{00A60152-A109-480D-9A02-6D82F5E608DB}" type="pres">
      <dgm:prSet presAssocID="{B7DC2DFD-9975-4781-87A6-3A533883C893}" presName="node" presStyleLbl="node1" presStyleIdx="0" presStyleCnt="3">
        <dgm:presLayoutVars>
          <dgm:bulletEnabled val="1"/>
        </dgm:presLayoutVars>
      </dgm:prSet>
      <dgm:spPr/>
    </dgm:pt>
    <dgm:pt modelId="{CA44FEA2-048D-496C-9C38-75CF8B0B9154}" type="pres">
      <dgm:prSet presAssocID="{B7DC2DFD-9975-4781-87A6-3A533883C893}" presName="invisiNode" presStyleLbl="node1" presStyleIdx="0" presStyleCnt="3"/>
      <dgm:spPr/>
    </dgm:pt>
    <dgm:pt modelId="{F6DA275F-D2AC-450A-BE13-4CF5C7A57ABC}" type="pres">
      <dgm:prSet presAssocID="{B7DC2DFD-9975-4781-87A6-3A533883C893}" presName="imagNode" presStyleLbl="fgImgPlace1" presStyleIdx="0" presStyleCnt="3"/>
      <dgm:spPr>
        <a:blipFill>
          <a:blip xmlns:r="http://schemas.openxmlformats.org/officeDocument/2006/relationships" r:embed="rId1"/>
          <a:srcRect/>
          <a:stretch>
            <a:fillRect t="-7000" b="-7000"/>
          </a:stretch>
        </a:blipFill>
      </dgm:spPr>
    </dgm:pt>
    <dgm:pt modelId="{B6B2FC36-7391-4000-A5CA-D255F985493D}" type="pres">
      <dgm:prSet presAssocID="{A88B07BD-0221-4E19-BC5E-93A4C534DF03}" presName="sibTrans" presStyleLbl="sibTrans2D1" presStyleIdx="0" presStyleCnt="0"/>
      <dgm:spPr/>
    </dgm:pt>
    <dgm:pt modelId="{DE03E7FF-2D27-43B9-A34B-83E64AEA428A}" type="pres">
      <dgm:prSet presAssocID="{4160B49C-C567-44D0-BCA3-0A88E0425E4A}" presName="compNode" presStyleCnt="0"/>
      <dgm:spPr/>
    </dgm:pt>
    <dgm:pt modelId="{2D6B2E66-C9BC-425F-BCFC-6AEDE0DDDAA6}" type="pres">
      <dgm:prSet presAssocID="{4160B49C-C567-44D0-BCA3-0A88E0425E4A}" presName="node" presStyleLbl="node1" presStyleIdx="1" presStyleCnt="3">
        <dgm:presLayoutVars>
          <dgm:bulletEnabled val="1"/>
        </dgm:presLayoutVars>
      </dgm:prSet>
      <dgm:spPr/>
    </dgm:pt>
    <dgm:pt modelId="{755EED9B-9F64-4772-8292-A2B8C64B78AB}" type="pres">
      <dgm:prSet presAssocID="{4160B49C-C567-44D0-BCA3-0A88E0425E4A}" presName="invisiNode" presStyleLbl="node1" presStyleIdx="1" presStyleCnt="3"/>
      <dgm:spPr/>
    </dgm:pt>
    <dgm:pt modelId="{C6C58571-0873-48DB-8A07-BFF8A5EC18D4}" type="pres">
      <dgm:prSet presAssocID="{4160B49C-C567-44D0-BCA3-0A88E0425E4A}" presName="imagNode" presStyleLbl="fgImgPlace1" presStyleIdx="1" presStyleCnt="3"/>
      <dgm:spPr>
        <a:blipFill>
          <a:blip xmlns:r="http://schemas.openxmlformats.org/officeDocument/2006/relationships" r:embed="rId2"/>
          <a:srcRect/>
          <a:stretch>
            <a:fillRect t="-11000" b="-11000"/>
          </a:stretch>
        </a:blipFill>
      </dgm:spPr>
    </dgm:pt>
    <dgm:pt modelId="{B1D2ABBE-B1BF-4710-BB88-5604BA3FDCD1}" type="pres">
      <dgm:prSet presAssocID="{2D7C317A-3E6E-42C8-9297-00D7B4691E5F}" presName="sibTrans" presStyleLbl="sibTrans2D1" presStyleIdx="0" presStyleCnt="0"/>
      <dgm:spPr/>
    </dgm:pt>
    <dgm:pt modelId="{92D402DC-8CE3-4EAC-B6F7-5CCEF0013BFB}" type="pres">
      <dgm:prSet presAssocID="{0D75547C-796F-4114-B83B-C46E34094E8D}" presName="compNode" presStyleCnt="0"/>
      <dgm:spPr/>
    </dgm:pt>
    <dgm:pt modelId="{E30F848C-E9B5-431F-8D51-4907194C02FA}" type="pres">
      <dgm:prSet presAssocID="{0D75547C-796F-4114-B83B-C46E34094E8D}" presName="node" presStyleLbl="node1" presStyleIdx="2" presStyleCnt="3">
        <dgm:presLayoutVars>
          <dgm:bulletEnabled val="1"/>
        </dgm:presLayoutVars>
      </dgm:prSet>
      <dgm:spPr/>
    </dgm:pt>
    <dgm:pt modelId="{9654C796-0846-46BD-99FD-ACCD0CBA2C41}" type="pres">
      <dgm:prSet presAssocID="{0D75547C-796F-4114-B83B-C46E34094E8D}" presName="invisiNode" presStyleLbl="node1" presStyleIdx="2" presStyleCnt="3"/>
      <dgm:spPr/>
    </dgm:pt>
    <dgm:pt modelId="{BFB64237-784F-472C-9CC0-548BE771FA3F}" type="pres">
      <dgm:prSet presAssocID="{0D75547C-796F-4114-B83B-C46E34094E8D}" presName="imagNode" presStyleLbl="fgImgPlace1" presStyleIdx="2" presStyleCnt="3"/>
      <dgm:spPr>
        <a:blipFill rotWithShape="1">
          <a:blip xmlns:r="http://schemas.openxmlformats.org/officeDocument/2006/relationships" r:embed="rId3"/>
          <a:srcRect/>
          <a:stretch>
            <a:fillRect t="-2000" b="-2000"/>
          </a:stretch>
        </a:blipFill>
      </dgm:spPr>
    </dgm:pt>
  </dgm:ptLst>
  <dgm:cxnLst>
    <dgm:cxn modelId="{2A6E3E0D-A070-49FB-867E-5742D5F10951}" srcId="{0D75547C-796F-4114-B83B-C46E34094E8D}" destId="{9096EC95-24BE-4D92-BF35-B80760F9577B}" srcOrd="0" destOrd="0" parTransId="{4CF7352A-00E2-4A51-A3A5-2922E98B50A9}" sibTransId="{B3DDA6F3-19B9-46D4-A07F-9F72BFE4E632}"/>
    <dgm:cxn modelId="{6734291C-9112-409A-8FEA-3FD9889C7665}" srcId="{13A7F9A1-1329-4993-9C37-94FFAA1D701A}" destId="{4160B49C-C567-44D0-BCA3-0A88E0425E4A}" srcOrd="1" destOrd="0" parTransId="{6855E238-4C59-4C1A-876A-5ADFE00C115A}" sibTransId="{2D7C317A-3E6E-42C8-9297-00D7B4691E5F}"/>
    <dgm:cxn modelId="{C4FEB82E-F050-491D-B64E-40C836D0B9B6}" srcId="{4160B49C-C567-44D0-BCA3-0A88E0425E4A}" destId="{B6F1B068-5CDB-4BA9-B772-767EB95EE931}" srcOrd="0" destOrd="0" parTransId="{F355A64A-CA25-4337-8496-E8393294FDD4}" sibTransId="{2687C2D5-8AD4-4157-9DCD-211598427036}"/>
    <dgm:cxn modelId="{89871533-A4D2-4DF0-AA02-EF54B431202D}" type="presOf" srcId="{13A7F9A1-1329-4993-9C37-94FFAA1D701A}" destId="{4EF66E9E-F947-446A-AE60-48866A15C445}" srcOrd="0" destOrd="0" presId="urn:microsoft.com/office/officeart/2005/8/layout/pList2"/>
    <dgm:cxn modelId="{FE951D5B-D65C-4A85-AA2B-166104560773}" type="presOf" srcId="{3191F030-09A1-4D9D-B83A-D7F28219AAC3}" destId="{00A60152-A109-480D-9A02-6D82F5E608DB}" srcOrd="0" destOrd="1" presId="urn:microsoft.com/office/officeart/2005/8/layout/pList2"/>
    <dgm:cxn modelId="{ED13C86F-BE61-4BCA-9D91-2701258A5392}" type="presOf" srcId="{A88B07BD-0221-4E19-BC5E-93A4C534DF03}" destId="{B6B2FC36-7391-4000-A5CA-D255F985493D}" srcOrd="0" destOrd="0" presId="urn:microsoft.com/office/officeart/2005/8/layout/pList2"/>
    <dgm:cxn modelId="{3FFB5E76-D535-4795-8D13-C0F4F9445F92}" type="presOf" srcId="{B7DC2DFD-9975-4781-87A6-3A533883C893}" destId="{00A60152-A109-480D-9A02-6D82F5E608DB}" srcOrd="0" destOrd="0" presId="urn:microsoft.com/office/officeart/2005/8/layout/pList2"/>
    <dgm:cxn modelId="{1C7AAC98-0529-4C99-8BA3-108D6690215A}" type="presOf" srcId="{B6F1B068-5CDB-4BA9-B772-767EB95EE931}" destId="{2D6B2E66-C9BC-425F-BCFC-6AEDE0DDDAA6}" srcOrd="0" destOrd="1" presId="urn:microsoft.com/office/officeart/2005/8/layout/pList2"/>
    <dgm:cxn modelId="{99CD7AA9-2D65-495B-B4EB-E33E19AF2655}" type="presOf" srcId="{4160B49C-C567-44D0-BCA3-0A88E0425E4A}" destId="{2D6B2E66-C9BC-425F-BCFC-6AEDE0DDDAA6}" srcOrd="0" destOrd="0" presId="urn:microsoft.com/office/officeart/2005/8/layout/pList2"/>
    <dgm:cxn modelId="{FBE912B9-5056-473E-9B0B-772FF6324851}" srcId="{B7DC2DFD-9975-4781-87A6-3A533883C893}" destId="{3191F030-09A1-4D9D-B83A-D7F28219AAC3}" srcOrd="0" destOrd="0" parTransId="{D72CF916-27CA-4C75-98B3-BBBB4E809FFA}" sibTransId="{FB3D8AA9-E521-4B72-86D0-E2CE456E6303}"/>
    <dgm:cxn modelId="{792FACBD-C01C-449E-8135-7920949CDC57}" type="presOf" srcId="{0D75547C-796F-4114-B83B-C46E34094E8D}" destId="{E30F848C-E9B5-431F-8D51-4907194C02FA}" srcOrd="0" destOrd="0" presId="urn:microsoft.com/office/officeart/2005/8/layout/pList2"/>
    <dgm:cxn modelId="{D9E907CB-85BD-48D2-BF0F-4BF589706BBD}" srcId="{13A7F9A1-1329-4993-9C37-94FFAA1D701A}" destId="{B7DC2DFD-9975-4781-87A6-3A533883C893}" srcOrd="0" destOrd="0" parTransId="{3407E2D2-3063-42EB-A871-BE3F86B308C0}" sibTransId="{A88B07BD-0221-4E19-BC5E-93A4C534DF03}"/>
    <dgm:cxn modelId="{10ED63D1-A115-4FDB-B011-9CC1349EBE83}" srcId="{13A7F9A1-1329-4993-9C37-94FFAA1D701A}" destId="{0D75547C-796F-4114-B83B-C46E34094E8D}" srcOrd="2" destOrd="0" parTransId="{3D53FC53-798B-414F-8610-CE62F97AC86A}" sibTransId="{20AF2EA1-A097-4BB8-80B2-DFDA721CEDAB}"/>
    <dgm:cxn modelId="{57ACFEF1-2E4D-48DD-B253-2A3F611815C8}" type="presOf" srcId="{9096EC95-24BE-4D92-BF35-B80760F9577B}" destId="{E30F848C-E9B5-431F-8D51-4907194C02FA}" srcOrd="0" destOrd="1" presId="urn:microsoft.com/office/officeart/2005/8/layout/pList2"/>
    <dgm:cxn modelId="{EEDA05F5-6205-4760-ACD2-9A6BB1A6968B}" type="presOf" srcId="{2D7C317A-3E6E-42C8-9297-00D7B4691E5F}" destId="{B1D2ABBE-B1BF-4710-BB88-5604BA3FDCD1}" srcOrd="0" destOrd="0" presId="urn:microsoft.com/office/officeart/2005/8/layout/pList2"/>
    <dgm:cxn modelId="{5D5A3A5F-912E-4E30-9B32-8563419AB2DD}" type="presParOf" srcId="{4EF66E9E-F947-446A-AE60-48866A15C445}" destId="{F01AAE85-9D1C-4AFF-BA90-586CDD76129D}" srcOrd="0" destOrd="0" presId="urn:microsoft.com/office/officeart/2005/8/layout/pList2"/>
    <dgm:cxn modelId="{9C976813-50BF-4406-834F-991A3B1957A3}" type="presParOf" srcId="{4EF66E9E-F947-446A-AE60-48866A15C445}" destId="{44EE9058-A7A8-465C-9160-C841F4D3BF89}" srcOrd="1" destOrd="0" presId="urn:microsoft.com/office/officeart/2005/8/layout/pList2"/>
    <dgm:cxn modelId="{224EB053-E5F5-4671-8E26-C484EFF35E8A}" type="presParOf" srcId="{44EE9058-A7A8-465C-9160-C841F4D3BF89}" destId="{0525581B-DC89-4064-AC99-97020F0FE94C}" srcOrd="0" destOrd="0" presId="urn:microsoft.com/office/officeart/2005/8/layout/pList2"/>
    <dgm:cxn modelId="{B21DFDE1-45F6-4EB8-8F57-4CAB9EBB477F}" type="presParOf" srcId="{0525581B-DC89-4064-AC99-97020F0FE94C}" destId="{00A60152-A109-480D-9A02-6D82F5E608DB}" srcOrd="0" destOrd="0" presId="urn:microsoft.com/office/officeart/2005/8/layout/pList2"/>
    <dgm:cxn modelId="{69CE440D-D957-46D2-86D9-67BA4E95D31D}" type="presParOf" srcId="{0525581B-DC89-4064-AC99-97020F0FE94C}" destId="{CA44FEA2-048D-496C-9C38-75CF8B0B9154}" srcOrd="1" destOrd="0" presId="urn:microsoft.com/office/officeart/2005/8/layout/pList2"/>
    <dgm:cxn modelId="{A5FFBAA7-14FA-48C6-9CDF-56907B6775F4}" type="presParOf" srcId="{0525581B-DC89-4064-AC99-97020F0FE94C}" destId="{F6DA275F-D2AC-450A-BE13-4CF5C7A57ABC}" srcOrd="2" destOrd="0" presId="urn:microsoft.com/office/officeart/2005/8/layout/pList2"/>
    <dgm:cxn modelId="{071D87B6-B1DA-4D97-A327-47AEC50B90F6}" type="presParOf" srcId="{44EE9058-A7A8-465C-9160-C841F4D3BF89}" destId="{B6B2FC36-7391-4000-A5CA-D255F985493D}" srcOrd="1" destOrd="0" presId="urn:microsoft.com/office/officeart/2005/8/layout/pList2"/>
    <dgm:cxn modelId="{83258BD0-A868-4B4D-9925-2BE69F938F36}" type="presParOf" srcId="{44EE9058-A7A8-465C-9160-C841F4D3BF89}" destId="{DE03E7FF-2D27-43B9-A34B-83E64AEA428A}" srcOrd="2" destOrd="0" presId="urn:microsoft.com/office/officeart/2005/8/layout/pList2"/>
    <dgm:cxn modelId="{550E9FAF-97E9-44E5-841F-322E86EC424E}" type="presParOf" srcId="{DE03E7FF-2D27-43B9-A34B-83E64AEA428A}" destId="{2D6B2E66-C9BC-425F-BCFC-6AEDE0DDDAA6}" srcOrd="0" destOrd="0" presId="urn:microsoft.com/office/officeart/2005/8/layout/pList2"/>
    <dgm:cxn modelId="{B2933843-9566-4EEE-8525-E269B9CD5F15}" type="presParOf" srcId="{DE03E7FF-2D27-43B9-A34B-83E64AEA428A}" destId="{755EED9B-9F64-4772-8292-A2B8C64B78AB}" srcOrd="1" destOrd="0" presId="urn:microsoft.com/office/officeart/2005/8/layout/pList2"/>
    <dgm:cxn modelId="{A32B4E5E-5761-409F-BFEC-9B773F312D83}" type="presParOf" srcId="{DE03E7FF-2D27-43B9-A34B-83E64AEA428A}" destId="{C6C58571-0873-48DB-8A07-BFF8A5EC18D4}" srcOrd="2" destOrd="0" presId="urn:microsoft.com/office/officeart/2005/8/layout/pList2"/>
    <dgm:cxn modelId="{0BFDEBF3-BFD1-43AB-8EE9-8638725716DE}" type="presParOf" srcId="{44EE9058-A7A8-465C-9160-C841F4D3BF89}" destId="{B1D2ABBE-B1BF-4710-BB88-5604BA3FDCD1}" srcOrd="3" destOrd="0" presId="urn:microsoft.com/office/officeart/2005/8/layout/pList2"/>
    <dgm:cxn modelId="{83382730-C9C3-4414-AB40-432F4B19EC51}" type="presParOf" srcId="{44EE9058-A7A8-465C-9160-C841F4D3BF89}" destId="{92D402DC-8CE3-4EAC-B6F7-5CCEF0013BFB}" srcOrd="4" destOrd="0" presId="urn:microsoft.com/office/officeart/2005/8/layout/pList2"/>
    <dgm:cxn modelId="{783AD158-AC10-4C6C-889A-95251E3A4E06}" type="presParOf" srcId="{92D402DC-8CE3-4EAC-B6F7-5CCEF0013BFB}" destId="{E30F848C-E9B5-431F-8D51-4907194C02FA}" srcOrd="0" destOrd="0" presId="urn:microsoft.com/office/officeart/2005/8/layout/pList2"/>
    <dgm:cxn modelId="{AAAE9AAA-E971-4CED-8EC1-270BBE09C3F9}" type="presParOf" srcId="{92D402DC-8CE3-4EAC-B6F7-5CCEF0013BFB}" destId="{9654C796-0846-46BD-99FD-ACCD0CBA2C41}" srcOrd="1" destOrd="0" presId="urn:microsoft.com/office/officeart/2005/8/layout/pList2"/>
    <dgm:cxn modelId="{26E919F4-3F1A-44EC-BC02-81B2F8C9634A}" type="presParOf" srcId="{92D402DC-8CE3-4EAC-B6F7-5CCEF0013BFB}" destId="{BFB64237-784F-472C-9CC0-548BE771FA3F}"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B719121-86FF-490A-900F-35FE2AD16604}" type="doc">
      <dgm:prSet loTypeId="urn:microsoft.com/office/officeart/2005/8/layout/list1" loCatId="list" qsTypeId="urn:microsoft.com/office/officeart/2005/8/quickstyle/3d1" qsCatId="3D" csTypeId="urn:microsoft.com/office/officeart/2005/8/colors/accent0_1" csCatId="mainScheme" phldr="1"/>
      <dgm:spPr/>
      <dgm:t>
        <a:bodyPr/>
        <a:lstStyle/>
        <a:p>
          <a:endParaRPr lang="en-IN"/>
        </a:p>
      </dgm:t>
    </dgm:pt>
    <dgm:pt modelId="{BAC2B1D2-6AEC-4C09-84C2-4A6606893304}">
      <dgm:prSet phldrT="[Text]" custT="1"/>
      <dgm:spPr/>
      <dgm:t>
        <a:bodyPr/>
        <a:lstStyle/>
        <a:p>
          <a:r>
            <a:rPr lang="en-US" sz="1800" b="1" dirty="0">
              <a:effectLst/>
              <a:latin typeface="Bodoni MT" panose="02070603080606020203" pitchFamily="18" charset="0"/>
              <a:ea typeface="Aptos" panose="020B0004020202020204" pitchFamily="34" charset="0"/>
              <a:cs typeface="Times New Roman" panose="02020603050405020304" pitchFamily="18" charset="0"/>
            </a:rPr>
            <a:t>Oracle Database </a:t>
          </a:r>
          <a:r>
            <a:rPr lang="en-US" sz="1800" dirty="0">
              <a:effectLst/>
              <a:latin typeface="Bodoni MT" panose="02070603080606020203" pitchFamily="18" charset="0"/>
              <a:ea typeface="Aptos" panose="020B0004020202020204" pitchFamily="34" charset="0"/>
              <a:cs typeface="Times New Roman" panose="02020603050405020304" pitchFamily="18" charset="0"/>
            </a:rPr>
            <a:t>→ IRCTC uses Oracle as the backend because of its scalability and security. </a:t>
          </a:r>
          <a:endParaRPr lang="en-IN" sz="1800" dirty="0">
            <a:latin typeface="Bodoni MT" panose="02070603080606020203" pitchFamily="18" charset="0"/>
          </a:endParaRPr>
        </a:p>
      </dgm:t>
    </dgm:pt>
    <dgm:pt modelId="{52D69A7D-5168-4EC7-85C9-98F915975BE3}" type="parTrans" cxnId="{AFD56982-B2FE-48D6-B60B-1362F4B63C1F}">
      <dgm:prSet/>
      <dgm:spPr/>
      <dgm:t>
        <a:bodyPr/>
        <a:lstStyle/>
        <a:p>
          <a:endParaRPr lang="en-IN"/>
        </a:p>
      </dgm:t>
    </dgm:pt>
    <dgm:pt modelId="{C82AEB2C-5B56-425F-A7E5-06EB6E6A5606}" type="sibTrans" cxnId="{AFD56982-B2FE-48D6-B60B-1362F4B63C1F}">
      <dgm:prSet/>
      <dgm:spPr/>
      <dgm:t>
        <a:bodyPr/>
        <a:lstStyle/>
        <a:p>
          <a:endParaRPr lang="en-IN"/>
        </a:p>
      </dgm:t>
    </dgm:pt>
    <dgm:pt modelId="{BE0AEDCA-643E-4EFE-AC7A-09AC4DD7C83B}">
      <dgm:prSet custT="1"/>
      <dgm:spPr/>
      <dgm:t>
        <a:bodyPr/>
        <a:lstStyle/>
        <a:p>
          <a:r>
            <a:rPr lang="en-IN" sz="1800" b="1" dirty="0">
              <a:effectLst/>
              <a:latin typeface="Bodoni MT" panose="02070603080606020203" pitchFamily="18" charset="0"/>
              <a:ea typeface="Aptos" panose="020B0004020202020204" pitchFamily="34" charset="0"/>
              <a:cs typeface="Times New Roman" panose="02020603050405020304" pitchFamily="18" charset="0"/>
            </a:rPr>
            <a:t>Frontend</a:t>
          </a:r>
          <a:r>
            <a:rPr lang="en-IN" sz="1800" dirty="0">
              <a:effectLst/>
              <a:latin typeface="Bodoni MT" panose="02070603080606020203" pitchFamily="18" charset="0"/>
              <a:ea typeface="Aptos" panose="020B0004020202020204" pitchFamily="34" charset="0"/>
              <a:cs typeface="Times New Roman" panose="02020603050405020304" pitchFamily="18" charset="0"/>
            </a:rPr>
            <a:t> → Booking app and website where users book tickets.</a:t>
          </a:r>
        </a:p>
      </dgm:t>
    </dgm:pt>
    <dgm:pt modelId="{F92AFCA5-D1F7-4D96-8244-A718817FD472}" type="parTrans" cxnId="{B69E6EDA-FA11-4ABB-A388-D00F81781521}">
      <dgm:prSet/>
      <dgm:spPr/>
      <dgm:t>
        <a:bodyPr/>
        <a:lstStyle/>
        <a:p>
          <a:endParaRPr lang="en-IN"/>
        </a:p>
      </dgm:t>
    </dgm:pt>
    <dgm:pt modelId="{4D444E0A-3B49-4373-B9DE-246FF9847D6C}" type="sibTrans" cxnId="{B69E6EDA-FA11-4ABB-A388-D00F81781521}">
      <dgm:prSet/>
      <dgm:spPr/>
      <dgm:t>
        <a:bodyPr/>
        <a:lstStyle/>
        <a:p>
          <a:endParaRPr lang="en-IN"/>
        </a:p>
      </dgm:t>
    </dgm:pt>
    <dgm:pt modelId="{67C155FF-19AE-469F-8979-D265D019C5EC}">
      <dgm:prSet custT="1"/>
      <dgm:spPr/>
      <dgm:t>
        <a:bodyPr/>
        <a:lstStyle/>
        <a:p>
          <a:r>
            <a:rPr lang="en-IN" sz="1800" b="1" dirty="0">
              <a:effectLst/>
              <a:latin typeface="Bodoni MT" panose="02070603080606020203" pitchFamily="18" charset="0"/>
              <a:ea typeface="Aptos" panose="020B0004020202020204" pitchFamily="34" charset="0"/>
              <a:cs typeface="Times New Roman" panose="02020603050405020304" pitchFamily="18" charset="0"/>
            </a:rPr>
            <a:t>Backend</a:t>
          </a:r>
          <a:r>
            <a:rPr lang="en-IN" sz="1800" dirty="0">
              <a:effectLst/>
              <a:latin typeface="Bodoni MT" panose="02070603080606020203" pitchFamily="18" charset="0"/>
              <a:ea typeface="Aptos" panose="020B0004020202020204" pitchFamily="34" charset="0"/>
              <a:cs typeface="Times New Roman" panose="02020603050405020304" pitchFamily="18" charset="0"/>
            </a:rPr>
            <a:t> → Built with Java, Python, to process requests.</a:t>
          </a:r>
        </a:p>
      </dgm:t>
    </dgm:pt>
    <dgm:pt modelId="{9F607C97-6F09-4F78-ABAE-D680A66B3336}" type="parTrans" cxnId="{9AF1D204-7599-44C2-9A11-D217BA5F6217}">
      <dgm:prSet/>
      <dgm:spPr/>
      <dgm:t>
        <a:bodyPr/>
        <a:lstStyle/>
        <a:p>
          <a:endParaRPr lang="en-IN"/>
        </a:p>
      </dgm:t>
    </dgm:pt>
    <dgm:pt modelId="{CB9D944C-47C5-4710-9340-C2CC247ECE49}" type="sibTrans" cxnId="{9AF1D204-7599-44C2-9A11-D217BA5F6217}">
      <dgm:prSet/>
      <dgm:spPr/>
      <dgm:t>
        <a:bodyPr/>
        <a:lstStyle/>
        <a:p>
          <a:endParaRPr lang="en-IN"/>
        </a:p>
      </dgm:t>
    </dgm:pt>
    <dgm:pt modelId="{5D779133-C533-480E-81C3-70F000BA326F}">
      <dgm:prSet custT="1"/>
      <dgm:spPr/>
      <dgm:t>
        <a:bodyPr/>
        <a:lstStyle/>
        <a:p>
          <a:r>
            <a:rPr lang="en-IN" sz="1800" b="1" dirty="0">
              <a:effectLst/>
              <a:latin typeface="Bodoni MT" panose="02070603080606020203" pitchFamily="18" charset="0"/>
              <a:ea typeface="Aptos" panose="020B0004020202020204" pitchFamily="34" charset="0"/>
              <a:cs typeface="Times New Roman" panose="02020603050405020304" pitchFamily="18" charset="0"/>
            </a:rPr>
            <a:t>Database</a:t>
          </a:r>
          <a:r>
            <a:rPr lang="en-IN" sz="1800" dirty="0">
              <a:effectLst/>
              <a:latin typeface="Bodoni MT" panose="02070603080606020203" pitchFamily="18" charset="0"/>
              <a:ea typeface="Aptos" panose="020B0004020202020204" pitchFamily="34" charset="0"/>
              <a:cs typeface="Times New Roman" panose="02020603050405020304" pitchFamily="18" charset="0"/>
            </a:rPr>
            <a:t> → MySQL, Oracle, PostgreSQL store passenger and train data.</a:t>
          </a:r>
        </a:p>
      </dgm:t>
    </dgm:pt>
    <dgm:pt modelId="{E9FDADB1-146A-493B-A22F-18696DBC7B0B}" type="parTrans" cxnId="{C464E30B-5B3D-4909-A2D8-15EF59A67039}">
      <dgm:prSet/>
      <dgm:spPr/>
      <dgm:t>
        <a:bodyPr/>
        <a:lstStyle/>
        <a:p>
          <a:endParaRPr lang="en-IN"/>
        </a:p>
      </dgm:t>
    </dgm:pt>
    <dgm:pt modelId="{C9807B77-AB0B-49C8-B788-49F4E507814C}" type="sibTrans" cxnId="{C464E30B-5B3D-4909-A2D8-15EF59A67039}">
      <dgm:prSet/>
      <dgm:spPr/>
      <dgm:t>
        <a:bodyPr/>
        <a:lstStyle/>
        <a:p>
          <a:endParaRPr lang="en-IN"/>
        </a:p>
      </dgm:t>
    </dgm:pt>
    <dgm:pt modelId="{1DEC6C68-9FD3-4351-B54A-759C0809A6BA}">
      <dgm:prSet custT="1"/>
      <dgm:spPr/>
      <dgm:t>
        <a:bodyPr/>
        <a:lstStyle/>
        <a:p>
          <a:r>
            <a:rPr lang="en-IN" sz="1800" b="1" dirty="0">
              <a:effectLst/>
              <a:latin typeface="Bodoni MT" panose="02070603080606020203" pitchFamily="18" charset="0"/>
              <a:ea typeface="Aptos" panose="020B0004020202020204" pitchFamily="34" charset="0"/>
              <a:cs typeface="Times New Roman" panose="02020603050405020304" pitchFamily="18" charset="0"/>
            </a:rPr>
            <a:t>ETL</a:t>
          </a:r>
          <a:r>
            <a:rPr lang="en-IN" sz="1800" dirty="0">
              <a:effectLst/>
              <a:latin typeface="Bodoni MT" panose="02070603080606020203" pitchFamily="18" charset="0"/>
              <a:ea typeface="Aptos" panose="020B0004020202020204" pitchFamily="34" charset="0"/>
              <a:cs typeface="Times New Roman" panose="02020603050405020304" pitchFamily="18" charset="0"/>
            </a:rPr>
            <a:t> → Tools like Kafka, Talend move and clean data.</a:t>
          </a:r>
        </a:p>
      </dgm:t>
    </dgm:pt>
    <dgm:pt modelId="{3EFA720F-FC09-4BDC-B597-586BD38F7FE6}" type="parTrans" cxnId="{1AEF1A4A-3F14-41A3-82E0-1881615451A1}">
      <dgm:prSet/>
      <dgm:spPr/>
      <dgm:t>
        <a:bodyPr/>
        <a:lstStyle/>
        <a:p>
          <a:endParaRPr lang="en-IN"/>
        </a:p>
      </dgm:t>
    </dgm:pt>
    <dgm:pt modelId="{2FB4944C-7BFC-422A-91AD-F231A6F42DF4}" type="sibTrans" cxnId="{1AEF1A4A-3F14-41A3-82E0-1881615451A1}">
      <dgm:prSet/>
      <dgm:spPr/>
      <dgm:t>
        <a:bodyPr/>
        <a:lstStyle/>
        <a:p>
          <a:endParaRPr lang="en-IN"/>
        </a:p>
      </dgm:t>
    </dgm:pt>
    <dgm:pt modelId="{299DEBEE-98D1-4D62-B83B-404670E8BA90}">
      <dgm:prSet custT="1"/>
      <dgm:spPr/>
      <dgm:t>
        <a:bodyPr/>
        <a:lstStyle/>
        <a:p>
          <a:r>
            <a:rPr lang="en-IN" sz="1800" b="1" dirty="0">
              <a:effectLst/>
              <a:latin typeface="Bodoni MT" panose="02070603080606020203" pitchFamily="18" charset="0"/>
              <a:ea typeface="Aptos" panose="020B0004020202020204" pitchFamily="34" charset="0"/>
              <a:cs typeface="Times New Roman" panose="02020603050405020304" pitchFamily="18" charset="0"/>
            </a:rPr>
            <a:t>Analytics</a:t>
          </a:r>
          <a:r>
            <a:rPr lang="en-IN" sz="1800" dirty="0">
              <a:effectLst/>
              <a:latin typeface="Bodoni MT" panose="02070603080606020203" pitchFamily="18" charset="0"/>
              <a:ea typeface="Aptos" panose="020B0004020202020204" pitchFamily="34" charset="0"/>
              <a:cs typeface="Times New Roman" panose="02020603050405020304" pitchFamily="18" charset="0"/>
            </a:rPr>
            <a:t> → Power BI, Tableau, Python, R show reports and insights.</a:t>
          </a:r>
        </a:p>
      </dgm:t>
    </dgm:pt>
    <dgm:pt modelId="{DCF9C04B-B922-47FF-B012-742CEFC21000}" type="parTrans" cxnId="{CC144166-2F56-43E4-A59C-48407F938A2F}">
      <dgm:prSet/>
      <dgm:spPr/>
      <dgm:t>
        <a:bodyPr/>
        <a:lstStyle/>
        <a:p>
          <a:endParaRPr lang="en-IN"/>
        </a:p>
      </dgm:t>
    </dgm:pt>
    <dgm:pt modelId="{39A43602-D34B-4695-BD9D-587A7C09F37B}" type="sibTrans" cxnId="{CC144166-2F56-43E4-A59C-48407F938A2F}">
      <dgm:prSet/>
      <dgm:spPr/>
      <dgm:t>
        <a:bodyPr/>
        <a:lstStyle/>
        <a:p>
          <a:endParaRPr lang="en-IN"/>
        </a:p>
      </dgm:t>
    </dgm:pt>
    <dgm:pt modelId="{086342CC-0EAB-4759-BE1F-2D16DCA2C2B2}">
      <dgm:prSet custT="1"/>
      <dgm:spPr/>
      <dgm:t>
        <a:bodyPr/>
        <a:lstStyle/>
        <a:p>
          <a:r>
            <a:rPr lang="en-IN" sz="1800" b="1" dirty="0">
              <a:effectLst/>
              <a:latin typeface="Bodoni MT" panose="02070603080606020203" pitchFamily="18" charset="0"/>
              <a:ea typeface="Aptos" panose="020B0004020202020204" pitchFamily="34" charset="0"/>
              <a:cs typeface="Times New Roman" panose="02020603050405020304" pitchFamily="18" charset="0"/>
            </a:rPr>
            <a:t>Cloud</a:t>
          </a:r>
          <a:r>
            <a:rPr lang="en-IN" sz="1800" dirty="0">
              <a:effectLst/>
              <a:latin typeface="Bodoni MT" panose="02070603080606020203" pitchFamily="18" charset="0"/>
              <a:ea typeface="Aptos" panose="020B0004020202020204" pitchFamily="34" charset="0"/>
              <a:cs typeface="Times New Roman" panose="02020603050405020304" pitchFamily="18" charset="0"/>
            </a:rPr>
            <a:t> → AWS, Azure, GCP host and run the system.</a:t>
          </a:r>
        </a:p>
      </dgm:t>
    </dgm:pt>
    <dgm:pt modelId="{AB015455-8EB9-4E43-AA1B-892BFC2363CC}" type="parTrans" cxnId="{6361B8DE-8848-445E-94D0-A89E75C9C0A0}">
      <dgm:prSet/>
      <dgm:spPr/>
      <dgm:t>
        <a:bodyPr/>
        <a:lstStyle/>
        <a:p>
          <a:endParaRPr lang="en-IN"/>
        </a:p>
      </dgm:t>
    </dgm:pt>
    <dgm:pt modelId="{4174ED64-9B0C-434E-8A23-0E1FDE586E11}" type="sibTrans" cxnId="{6361B8DE-8848-445E-94D0-A89E75C9C0A0}">
      <dgm:prSet/>
      <dgm:spPr/>
      <dgm:t>
        <a:bodyPr/>
        <a:lstStyle/>
        <a:p>
          <a:endParaRPr lang="en-IN"/>
        </a:p>
      </dgm:t>
    </dgm:pt>
    <dgm:pt modelId="{888386C8-3113-4025-91F3-E08A0D227C1D}" type="pres">
      <dgm:prSet presAssocID="{2B719121-86FF-490A-900F-35FE2AD16604}" presName="linear" presStyleCnt="0">
        <dgm:presLayoutVars>
          <dgm:dir/>
          <dgm:animLvl val="lvl"/>
          <dgm:resizeHandles val="exact"/>
        </dgm:presLayoutVars>
      </dgm:prSet>
      <dgm:spPr/>
    </dgm:pt>
    <dgm:pt modelId="{E5B3C879-AB87-4F1D-BE8C-FD663001B3F5}" type="pres">
      <dgm:prSet presAssocID="{BAC2B1D2-6AEC-4C09-84C2-4A6606893304}" presName="parentLin" presStyleCnt="0"/>
      <dgm:spPr/>
    </dgm:pt>
    <dgm:pt modelId="{16CF63FA-53DE-4846-BCA2-E02B170DF067}" type="pres">
      <dgm:prSet presAssocID="{BAC2B1D2-6AEC-4C09-84C2-4A6606893304}" presName="parentLeftMargin" presStyleLbl="node1" presStyleIdx="0" presStyleCnt="7"/>
      <dgm:spPr/>
    </dgm:pt>
    <dgm:pt modelId="{9A497900-2BA8-4D1D-8072-87C7A9DB8283}" type="pres">
      <dgm:prSet presAssocID="{BAC2B1D2-6AEC-4C09-84C2-4A6606893304}" presName="parentText" presStyleLbl="node1" presStyleIdx="0" presStyleCnt="7">
        <dgm:presLayoutVars>
          <dgm:chMax val="0"/>
          <dgm:bulletEnabled val="1"/>
        </dgm:presLayoutVars>
      </dgm:prSet>
      <dgm:spPr/>
    </dgm:pt>
    <dgm:pt modelId="{96E8CD14-C3AE-42CE-A082-73320576DF67}" type="pres">
      <dgm:prSet presAssocID="{BAC2B1D2-6AEC-4C09-84C2-4A6606893304}" presName="negativeSpace" presStyleCnt="0"/>
      <dgm:spPr/>
    </dgm:pt>
    <dgm:pt modelId="{02B7DA6A-EC08-4B9A-A3E8-E5B6F184B168}" type="pres">
      <dgm:prSet presAssocID="{BAC2B1D2-6AEC-4C09-84C2-4A6606893304}" presName="childText" presStyleLbl="conFgAcc1" presStyleIdx="0" presStyleCnt="7">
        <dgm:presLayoutVars>
          <dgm:bulletEnabled val="1"/>
        </dgm:presLayoutVars>
      </dgm:prSet>
      <dgm:spPr/>
    </dgm:pt>
    <dgm:pt modelId="{0139F11A-8F4C-4378-B397-7739005E34BE}" type="pres">
      <dgm:prSet presAssocID="{C82AEB2C-5B56-425F-A7E5-06EB6E6A5606}" presName="spaceBetweenRectangles" presStyleCnt="0"/>
      <dgm:spPr/>
    </dgm:pt>
    <dgm:pt modelId="{57B2669C-C716-4A34-8647-2D7237B42F04}" type="pres">
      <dgm:prSet presAssocID="{BE0AEDCA-643E-4EFE-AC7A-09AC4DD7C83B}" presName="parentLin" presStyleCnt="0"/>
      <dgm:spPr/>
    </dgm:pt>
    <dgm:pt modelId="{09F4DED3-B2D7-4A2A-8367-E6548320B6C2}" type="pres">
      <dgm:prSet presAssocID="{BE0AEDCA-643E-4EFE-AC7A-09AC4DD7C83B}" presName="parentLeftMargin" presStyleLbl="node1" presStyleIdx="0" presStyleCnt="7"/>
      <dgm:spPr/>
    </dgm:pt>
    <dgm:pt modelId="{A0D18A5D-D7F8-4618-8340-58E9077E6DB0}" type="pres">
      <dgm:prSet presAssocID="{BE0AEDCA-643E-4EFE-AC7A-09AC4DD7C83B}" presName="parentText" presStyleLbl="node1" presStyleIdx="1" presStyleCnt="7">
        <dgm:presLayoutVars>
          <dgm:chMax val="0"/>
          <dgm:bulletEnabled val="1"/>
        </dgm:presLayoutVars>
      </dgm:prSet>
      <dgm:spPr/>
    </dgm:pt>
    <dgm:pt modelId="{746EE399-116F-4F53-8EE5-6E0DF3FD9FAA}" type="pres">
      <dgm:prSet presAssocID="{BE0AEDCA-643E-4EFE-AC7A-09AC4DD7C83B}" presName="negativeSpace" presStyleCnt="0"/>
      <dgm:spPr/>
    </dgm:pt>
    <dgm:pt modelId="{8220E7DC-715D-439C-A973-6B39926FC303}" type="pres">
      <dgm:prSet presAssocID="{BE0AEDCA-643E-4EFE-AC7A-09AC4DD7C83B}" presName="childText" presStyleLbl="conFgAcc1" presStyleIdx="1" presStyleCnt="7">
        <dgm:presLayoutVars>
          <dgm:bulletEnabled val="1"/>
        </dgm:presLayoutVars>
      </dgm:prSet>
      <dgm:spPr/>
    </dgm:pt>
    <dgm:pt modelId="{0CE2DB80-4FDA-40CC-8CF3-0D85998F92CD}" type="pres">
      <dgm:prSet presAssocID="{4D444E0A-3B49-4373-B9DE-246FF9847D6C}" presName="spaceBetweenRectangles" presStyleCnt="0"/>
      <dgm:spPr/>
    </dgm:pt>
    <dgm:pt modelId="{24D8007E-7A31-4348-9B9D-880739AFBC88}" type="pres">
      <dgm:prSet presAssocID="{67C155FF-19AE-469F-8979-D265D019C5EC}" presName="parentLin" presStyleCnt="0"/>
      <dgm:spPr/>
    </dgm:pt>
    <dgm:pt modelId="{3B9CDFD2-3786-400C-9D0F-60EF255F59A4}" type="pres">
      <dgm:prSet presAssocID="{67C155FF-19AE-469F-8979-D265D019C5EC}" presName="parentLeftMargin" presStyleLbl="node1" presStyleIdx="1" presStyleCnt="7"/>
      <dgm:spPr/>
    </dgm:pt>
    <dgm:pt modelId="{DDAD41BE-C757-4975-A211-33607F477A9B}" type="pres">
      <dgm:prSet presAssocID="{67C155FF-19AE-469F-8979-D265D019C5EC}" presName="parentText" presStyleLbl="node1" presStyleIdx="2" presStyleCnt="7">
        <dgm:presLayoutVars>
          <dgm:chMax val="0"/>
          <dgm:bulletEnabled val="1"/>
        </dgm:presLayoutVars>
      </dgm:prSet>
      <dgm:spPr/>
    </dgm:pt>
    <dgm:pt modelId="{724EEC5E-E75B-4C1B-A45F-7928F29BA3E7}" type="pres">
      <dgm:prSet presAssocID="{67C155FF-19AE-469F-8979-D265D019C5EC}" presName="negativeSpace" presStyleCnt="0"/>
      <dgm:spPr/>
    </dgm:pt>
    <dgm:pt modelId="{2BAB0A80-F290-4E8B-A2D2-4FBC8398537A}" type="pres">
      <dgm:prSet presAssocID="{67C155FF-19AE-469F-8979-D265D019C5EC}" presName="childText" presStyleLbl="conFgAcc1" presStyleIdx="2" presStyleCnt="7">
        <dgm:presLayoutVars>
          <dgm:bulletEnabled val="1"/>
        </dgm:presLayoutVars>
      </dgm:prSet>
      <dgm:spPr/>
    </dgm:pt>
    <dgm:pt modelId="{F5064DE0-AC13-4B6D-ACAE-E668602DC5BC}" type="pres">
      <dgm:prSet presAssocID="{CB9D944C-47C5-4710-9340-C2CC247ECE49}" presName="spaceBetweenRectangles" presStyleCnt="0"/>
      <dgm:spPr/>
    </dgm:pt>
    <dgm:pt modelId="{C981B314-A0FC-4032-B622-F9F86FC4F559}" type="pres">
      <dgm:prSet presAssocID="{5D779133-C533-480E-81C3-70F000BA326F}" presName="parentLin" presStyleCnt="0"/>
      <dgm:spPr/>
    </dgm:pt>
    <dgm:pt modelId="{31AEAC32-BCE3-44FE-9773-77D16A11CAC8}" type="pres">
      <dgm:prSet presAssocID="{5D779133-C533-480E-81C3-70F000BA326F}" presName="parentLeftMargin" presStyleLbl="node1" presStyleIdx="2" presStyleCnt="7"/>
      <dgm:spPr/>
    </dgm:pt>
    <dgm:pt modelId="{559456A9-4D27-4C28-AB07-4A5E8B0C8248}" type="pres">
      <dgm:prSet presAssocID="{5D779133-C533-480E-81C3-70F000BA326F}" presName="parentText" presStyleLbl="node1" presStyleIdx="3" presStyleCnt="7">
        <dgm:presLayoutVars>
          <dgm:chMax val="0"/>
          <dgm:bulletEnabled val="1"/>
        </dgm:presLayoutVars>
      </dgm:prSet>
      <dgm:spPr/>
    </dgm:pt>
    <dgm:pt modelId="{84DD560D-0873-4015-A76F-D3C843F5270F}" type="pres">
      <dgm:prSet presAssocID="{5D779133-C533-480E-81C3-70F000BA326F}" presName="negativeSpace" presStyleCnt="0"/>
      <dgm:spPr/>
    </dgm:pt>
    <dgm:pt modelId="{14BCFA68-E42C-469F-B451-F289324491C2}" type="pres">
      <dgm:prSet presAssocID="{5D779133-C533-480E-81C3-70F000BA326F}" presName="childText" presStyleLbl="conFgAcc1" presStyleIdx="3" presStyleCnt="7">
        <dgm:presLayoutVars>
          <dgm:bulletEnabled val="1"/>
        </dgm:presLayoutVars>
      </dgm:prSet>
      <dgm:spPr/>
    </dgm:pt>
    <dgm:pt modelId="{D600D9C4-3423-4E6F-B98A-737930E894FE}" type="pres">
      <dgm:prSet presAssocID="{C9807B77-AB0B-49C8-B788-49F4E507814C}" presName="spaceBetweenRectangles" presStyleCnt="0"/>
      <dgm:spPr/>
    </dgm:pt>
    <dgm:pt modelId="{2B77A479-9C1E-4615-8866-BA46040579F1}" type="pres">
      <dgm:prSet presAssocID="{1DEC6C68-9FD3-4351-B54A-759C0809A6BA}" presName="parentLin" presStyleCnt="0"/>
      <dgm:spPr/>
    </dgm:pt>
    <dgm:pt modelId="{0F07312E-D1B2-431C-9DFB-BB65AA314E6A}" type="pres">
      <dgm:prSet presAssocID="{1DEC6C68-9FD3-4351-B54A-759C0809A6BA}" presName="parentLeftMargin" presStyleLbl="node1" presStyleIdx="3" presStyleCnt="7"/>
      <dgm:spPr/>
    </dgm:pt>
    <dgm:pt modelId="{9F63E22A-E1EE-46AB-A7B0-F3D4E096F732}" type="pres">
      <dgm:prSet presAssocID="{1DEC6C68-9FD3-4351-B54A-759C0809A6BA}" presName="parentText" presStyleLbl="node1" presStyleIdx="4" presStyleCnt="7">
        <dgm:presLayoutVars>
          <dgm:chMax val="0"/>
          <dgm:bulletEnabled val="1"/>
        </dgm:presLayoutVars>
      </dgm:prSet>
      <dgm:spPr/>
    </dgm:pt>
    <dgm:pt modelId="{D6CF6CAF-1077-454F-968A-13075D961FFC}" type="pres">
      <dgm:prSet presAssocID="{1DEC6C68-9FD3-4351-B54A-759C0809A6BA}" presName="negativeSpace" presStyleCnt="0"/>
      <dgm:spPr/>
    </dgm:pt>
    <dgm:pt modelId="{FFF522D5-92A3-4A61-8234-C39A8AB14094}" type="pres">
      <dgm:prSet presAssocID="{1DEC6C68-9FD3-4351-B54A-759C0809A6BA}" presName="childText" presStyleLbl="conFgAcc1" presStyleIdx="4" presStyleCnt="7">
        <dgm:presLayoutVars>
          <dgm:bulletEnabled val="1"/>
        </dgm:presLayoutVars>
      </dgm:prSet>
      <dgm:spPr/>
    </dgm:pt>
    <dgm:pt modelId="{ADAC16A5-DC9F-44EF-8E9D-7DC7E402C299}" type="pres">
      <dgm:prSet presAssocID="{2FB4944C-7BFC-422A-91AD-F231A6F42DF4}" presName="spaceBetweenRectangles" presStyleCnt="0"/>
      <dgm:spPr/>
    </dgm:pt>
    <dgm:pt modelId="{BC85263F-0958-4DD9-B776-27145C108407}" type="pres">
      <dgm:prSet presAssocID="{299DEBEE-98D1-4D62-B83B-404670E8BA90}" presName="parentLin" presStyleCnt="0"/>
      <dgm:spPr/>
    </dgm:pt>
    <dgm:pt modelId="{76185FA1-A6BB-4F67-9022-6978B906729F}" type="pres">
      <dgm:prSet presAssocID="{299DEBEE-98D1-4D62-B83B-404670E8BA90}" presName="parentLeftMargin" presStyleLbl="node1" presStyleIdx="4" presStyleCnt="7"/>
      <dgm:spPr/>
    </dgm:pt>
    <dgm:pt modelId="{586B71D9-6B3F-42A1-B564-7CA2A4120542}" type="pres">
      <dgm:prSet presAssocID="{299DEBEE-98D1-4D62-B83B-404670E8BA90}" presName="parentText" presStyleLbl="node1" presStyleIdx="5" presStyleCnt="7">
        <dgm:presLayoutVars>
          <dgm:chMax val="0"/>
          <dgm:bulletEnabled val="1"/>
        </dgm:presLayoutVars>
      </dgm:prSet>
      <dgm:spPr/>
    </dgm:pt>
    <dgm:pt modelId="{421AF131-BFD2-4FDD-971C-8D742F8EF186}" type="pres">
      <dgm:prSet presAssocID="{299DEBEE-98D1-4D62-B83B-404670E8BA90}" presName="negativeSpace" presStyleCnt="0"/>
      <dgm:spPr/>
    </dgm:pt>
    <dgm:pt modelId="{47D974BE-D686-429C-BE63-DF565A68BE69}" type="pres">
      <dgm:prSet presAssocID="{299DEBEE-98D1-4D62-B83B-404670E8BA90}" presName="childText" presStyleLbl="conFgAcc1" presStyleIdx="5" presStyleCnt="7">
        <dgm:presLayoutVars>
          <dgm:bulletEnabled val="1"/>
        </dgm:presLayoutVars>
      </dgm:prSet>
      <dgm:spPr/>
    </dgm:pt>
    <dgm:pt modelId="{AA33EEFF-126A-465D-AF2F-6FB8EEDC5B08}" type="pres">
      <dgm:prSet presAssocID="{39A43602-D34B-4695-BD9D-587A7C09F37B}" presName="spaceBetweenRectangles" presStyleCnt="0"/>
      <dgm:spPr/>
    </dgm:pt>
    <dgm:pt modelId="{5647464A-AC33-4CE2-82F4-9BDCD918E8B2}" type="pres">
      <dgm:prSet presAssocID="{086342CC-0EAB-4759-BE1F-2D16DCA2C2B2}" presName="parentLin" presStyleCnt="0"/>
      <dgm:spPr/>
    </dgm:pt>
    <dgm:pt modelId="{03E32CD7-52DB-40C9-A9A0-7296D252E9D5}" type="pres">
      <dgm:prSet presAssocID="{086342CC-0EAB-4759-BE1F-2D16DCA2C2B2}" presName="parentLeftMargin" presStyleLbl="node1" presStyleIdx="5" presStyleCnt="7"/>
      <dgm:spPr/>
    </dgm:pt>
    <dgm:pt modelId="{03FB7DB5-EB45-48F3-9906-47FEEA4603E1}" type="pres">
      <dgm:prSet presAssocID="{086342CC-0EAB-4759-BE1F-2D16DCA2C2B2}" presName="parentText" presStyleLbl="node1" presStyleIdx="6" presStyleCnt="7">
        <dgm:presLayoutVars>
          <dgm:chMax val="0"/>
          <dgm:bulletEnabled val="1"/>
        </dgm:presLayoutVars>
      </dgm:prSet>
      <dgm:spPr/>
    </dgm:pt>
    <dgm:pt modelId="{92A82EBF-7158-49C9-8980-F279C3798A90}" type="pres">
      <dgm:prSet presAssocID="{086342CC-0EAB-4759-BE1F-2D16DCA2C2B2}" presName="negativeSpace" presStyleCnt="0"/>
      <dgm:spPr/>
    </dgm:pt>
    <dgm:pt modelId="{62F6B17E-A24E-417B-9E63-32A34FD2DA9E}" type="pres">
      <dgm:prSet presAssocID="{086342CC-0EAB-4759-BE1F-2D16DCA2C2B2}" presName="childText" presStyleLbl="conFgAcc1" presStyleIdx="6" presStyleCnt="7">
        <dgm:presLayoutVars>
          <dgm:bulletEnabled val="1"/>
        </dgm:presLayoutVars>
      </dgm:prSet>
      <dgm:spPr/>
    </dgm:pt>
  </dgm:ptLst>
  <dgm:cxnLst>
    <dgm:cxn modelId="{9AF1D204-7599-44C2-9A11-D217BA5F6217}" srcId="{2B719121-86FF-490A-900F-35FE2AD16604}" destId="{67C155FF-19AE-469F-8979-D265D019C5EC}" srcOrd="2" destOrd="0" parTransId="{9F607C97-6F09-4F78-ABAE-D680A66B3336}" sibTransId="{CB9D944C-47C5-4710-9340-C2CC247ECE49}"/>
    <dgm:cxn modelId="{4ABB5905-D403-4D94-A04E-D8F06869315B}" type="presOf" srcId="{1DEC6C68-9FD3-4351-B54A-759C0809A6BA}" destId="{0F07312E-D1B2-431C-9DFB-BB65AA314E6A}" srcOrd="0" destOrd="0" presId="urn:microsoft.com/office/officeart/2005/8/layout/list1"/>
    <dgm:cxn modelId="{3649BC0B-1A09-4BFF-A295-D0288C019972}" type="presOf" srcId="{BAC2B1D2-6AEC-4C09-84C2-4A6606893304}" destId="{9A497900-2BA8-4D1D-8072-87C7A9DB8283}" srcOrd="1" destOrd="0" presId="urn:microsoft.com/office/officeart/2005/8/layout/list1"/>
    <dgm:cxn modelId="{C464E30B-5B3D-4909-A2D8-15EF59A67039}" srcId="{2B719121-86FF-490A-900F-35FE2AD16604}" destId="{5D779133-C533-480E-81C3-70F000BA326F}" srcOrd="3" destOrd="0" parTransId="{E9FDADB1-146A-493B-A22F-18696DBC7B0B}" sibTransId="{C9807B77-AB0B-49C8-B788-49F4E507814C}"/>
    <dgm:cxn modelId="{A55E753A-808C-4EFC-A268-EFF30AC8E53F}" type="presOf" srcId="{BAC2B1D2-6AEC-4C09-84C2-4A6606893304}" destId="{16CF63FA-53DE-4846-BCA2-E02B170DF067}" srcOrd="0" destOrd="0" presId="urn:microsoft.com/office/officeart/2005/8/layout/list1"/>
    <dgm:cxn modelId="{C6778C3B-616F-4B64-AB52-13A51417BD2E}" type="presOf" srcId="{086342CC-0EAB-4759-BE1F-2D16DCA2C2B2}" destId="{03E32CD7-52DB-40C9-A9A0-7296D252E9D5}" srcOrd="0" destOrd="0" presId="urn:microsoft.com/office/officeart/2005/8/layout/list1"/>
    <dgm:cxn modelId="{02B1BA5F-A596-4C4F-BF4E-7AEAD2BF8918}" type="presOf" srcId="{086342CC-0EAB-4759-BE1F-2D16DCA2C2B2}" destId="{03FB7DB5-EB45-48F3-9906-47FEEA4603E1}" srcOrd="1" destOrd="0" presId="urn:microsoft.com/office/officeart/2005/8/layout/list1"/>
    <dgm:cxn modelId="{CC144166-2F56-43E4-A59C-48407F938A2F}" srcId="{2B719121-86FF-490A-900F-35FE2AD16604}" destId="{299DEBEE-98D1-4D62-B83B-404670E8BA90}" srcOrd="5" destOrd="0" parTransId="{DCF9C04B-B922-47FF-B012-742CEFC21000}" sibTransId="{39A43602-D34B-4695-BD9D-587A7C09F37B}"/>
    <dgm:cxn modelId="{1AEF1A4A-3F14-41A3-82E0-1881615451A1}" srcId="{2B719121-86FF-490A-900F-35FE2AD16604}" destId="{1DEC6C68-9FD3-4351-B54A-759C0809A6BA}" srcOrd="4" destOrd="0" parTransId="{3EFA720F-FC09-4BDC-B597-586BD38F7FE6}" sibTransId="{2FB4944C-7BFC-422A-91AD-F231A6F42DF4}"/>
    <dgm:cxn modelId="{2749876F-85F3-4855-9F8D-F4A1E709876F}" type="presOf" srcId="{67C155FF-19AE-469F-8979-D265D019C5EC}" destId="{DDAD41BE-C757-4975-A211-33607F477A9B}" srcOrd="1" destOrd="0" presId="urn:microsoft.com/office/officeart/2005/8/layout/list1"/>
    <dgm:cxn modelId="{AFD56982-B2FE-48D6-B60B-1362F4B63C1F}" srcId="{2B719121-86FF-490A-900F-35FE2AD16604}" destId="{BAC2B1D2-6AEC-4C09-84C2-4A6606893304}" srcOrd="0" destOrd="0" parTransId="{52D69A7D-5168-4EC7-85C9-98F915975BE3}" sibTransId="{C82AEB2C-5B56-425F-A7E5-06EB6E6A5606}"/>
    <dgm:cxn modelId="{AEBB708A-B936-4254-AA21-81BC68DB96B4}" type="presOf" srcId="{5D779133-C533-480E-81C3-70F000BA326F}" destId="{31AEAC32-BCE3-44FE-9773-77D16A11CAC8}" srcOrd="0" destOrd="0" presId="urn:microsoft.com/office/officeart/2005/8/layout/list1"/>
    <dgm:cxn modelId="{A2073A9E-ECCC-475B-BF99-0B66AF928A22}" type="presOf" srcId="{299DEBEE-98D1-4D62-B83B-404670E8BA90}" destId="{76185FA1-A6BB-4F67-9022-6978B906729F}" srcOrd="0" destOrd="0" presId="urn:microsoft.com/office/officeart/2005/8/layout/list1"/>
    <dgm:cxn modelId="{DDEF459E-D374-49AC-9B55-ECAB42856FF7}" type="presOf" srcId="{299DEBEE-98D1-4D62-B83B-404670E8BA90}" destId="{586B71D9-6B3F-42A1-B564-7CA2A4120542}" srcOrd="1" destOrd="0" presId="urn:microsoft.com/office/officeart/2005/8/layout/list1"/>
    <dgm:cxn modelId="{D71644B3-7F45-455C-BDB4-C3643A31EA29}" type="presOf" srcId="{67C155FF-19AE-469F-8979-D265D019C5EC}" destId="{3B9CDFD2-3786-400C-9D0F-60EF255F59A4}" srcOrd="0" destOrd="0" presId="urn:microsoft.com/office/officeart/2005/8/layout/list1"/>
    <dgm:cxn modelId="{C7C84BB7-6B02-43DE-8BC7-54E1150565A8}" type="presOf" srcId="{BE0AEDCA-643E-4EFE-AC7A-09AC4DD7C83B}" destId="{A0D18A5D-D7F8-4618-8340-58E9077E6DB0}" srcOrd="1" destOrd="0" presId="urn:microsoft.com/office/officeart/2005/8/layout/list1"/>
    <dgm:cxn modelId="{7D2A91D1-093B-473F-A5D2-3FC785F2FA76}" type="presOf" srcId="{BE0AEDCA-643E-4EFE-AC7A-09AC4DD7C83B}" destId="{09F4DED3-B2D7-4A2A-8367-E6548320B6C2}" srcOrd="0" destOrd="0" presId="urn:microsoft.com/office/officeart/2005/8/layout/list1"/>
    <dgm:cxn modelId="{A3DED3D1-9B1D-42F9-BF94-32F76819BA03}" type="presOf" srcId="{1DEC6C68-9FD3-4351-B54A-759C0809A6BA}" destId="{9F63E22A-E1EE-46AB-A7B0-F3D4E096F732}" srcOrd="1" destOrd="0" presId="urn:microsoft.com/office/officeart/2005/8/layout/list1"/>
    <dgm:cxn modelId="{77841ED9-6D6F-47EB-B203-0F1C56868110}" type="presOf" srcId="{5D779133-C533-480E-81C3-70F000BA326F}" destId="{559456A9-4D27-4C28-AB07-4A5E8B0C8248}" srcOrd="1" destOrd="0" presId="urn:microsoft.com/office/officeart/2005/8/layout/list1"/>
    <dgm:cxn modelId="{B69E6EDA-FA11-4ABB-A388-D00F81781521}" srcId="{2B719121-86FF-490A-900F-35FE2AD16604}" destId="{BE0AEDCA-643E-4EFE-AC7A-09AC4DD7C83B}" srcOrd="1" destOrd="0" parTransId="{F92AFCA5-D1F7-4D96-8244-A718817FD472}" sibTransId="{4D444E0A-3B49-4373-B9DE-246FF9847D6C}"/>
    <dgm:cxn modelId="{6361B8DE-8848-445E-94D0-A89E75C9C0A0}" srcId="{2B719121-86FF-490A-900F-35FE2AD16604}" destId="{086342CC-0EAB-4759-BE1F-2D16DCA2C2B2}" srcOrd="6" destOrd="0" parTransId="{AB015455-8EB9-4E43-AA1B-892BFC2363CC}" sibTransId="{4174ED64-9B0C-434E-8A23-0E1FDE586E11}"/>
    <dgm:cxn modelId="{A9F150F9-F9D2-4FF8-8FD4-535781503C3F}" type="presOf" srcId="{2B719121-86FF-490A-900F-35FE2AD16604}" destId="{888386C8-3113-4025-91F3-E08A0D227C1D}" srcOrd="0" destOrd="0" presId="urn:microsoft.com/office/officeart/2005/8/layout/list1"/>
    <dgm:cxn modelId="{0FADF138-BD10-406F-9859-BAA2AFB0FE06}" type="presParOf" srcId="{888386C8-3113-4025-91F3-E08A0D227C1D}" destId="{E5B3C879-AB87-4F1D-BE8C-FD663001B3F5}" srcOrd="0" destOrd="0" presId="urn:microsoft.com/office/officeart/2005/8/layout/list1"/>
    <dgm:cxn modelId="{E953683F-9228-4762-A0CB-86062584E0CA}" type="presParOf" srcId="{E5B3C879-AB87-4F1D-BE8C-FD663001B3F5}" destId="{16CF63FA-53DE-4846-BCA2-E02B170DF067}" srcOrd="0" destOrd="0" presId="urn:microsoft.com/office/officeart/2005/8/layout/list1"/>
    <dgm:cxn modelId="{AEED2D31-A09B-47DF-93F1-92909125CCE0}" type="presParOf" srcId="{E5B3C879-AB87-4F1D-BE8C-FD663001B3F5}" destId="{9A497900-2BA8-4D1D-8072-87C7A9DB8283}" srcOrd="1" destOrd="0" presId="urn:microsoft.com/office/officeart/2005/8/layout/list1"/>
    <dgm:cxn modelId="{21B0410F-0494-4DA6-BAEE-90739BFAC023}" type="presParOf" srcId="{888386C8-3113-4025-91F3-E08A0D227C1D}" destId="{96E8CD14-C3AE-42CE-A082-73320576DF67}" srcOrd="1" destOrd="0" presId="urn:microsoft.com/office/officeart/2005/8/layout/list1"/>
    <dgm:cxn modelId="{D88535E0-319D-4773-B149-6EC9AC92C7A9}" type="presParOf" srcId="{888386C8-3113-4025-91F3-E08A0D227C1D}" destId="{02B7DA6A-EC08-4B9A-A3E8-E5B6F184B168}" srcOrd="2" destOrd="0" presId="urn:microsoft.com/office/officeart/2005/8/layout/list1"/>
    <dgm:cxn modelId="{6C337B96-2698-4AA6-92D9-D5E9593D732F}" type="presParOf" srcId="{888386C8-3113-4025-91F3-E08A0D227C1D}" destId="{0139F11A-8F4C-4378-B397-7739005E34BE}" srcOrd="3" destOrd="0" presId="urn:microsoft.com/office/officeart/2005/8/layout/list1"/>
    <dgm:cxn modelId="{99C2AFA4-1F09-4915-9CF1-94F1CB1832E7}" type="presParOf" srcId="{888386C8-3113-4025-91F3-E08A0D227C1D}" destId="{57B2669C-C716-4A34-8647-2D7237B42F04}" srcOrd="4" destOrd="0" presId="urn:microsoft.com/office/officeart/2005/8/layout/list1"/>
    <dgm:cxn modelId="{FB63EBDC-767C-4EAB-AF27-896A0F90396B}" type="presParOf" srcId="{57B2669C-C716-4A34-8647-2D7237B42F04}" destId="{09F4DED3-B2D7-4A2A-8367-E6548320B6C2}" srcOrd="0" destOrd="0" presId="urn:microsoft.com/office/officeart/2005/8/layout/list1"/>
    <dgm:cxn modelId="{C6D84154-C3D6-4293-AAAA-FD0807C890D6}" type="presParOf" srcId="{57B2669C-C716-4A34-8647-2D7237B42F04}" destId="{A0D18A5D-D7F8-4618-8340-58E9077E6DB0}" srcOrd="1" destOrd="0" presId="urn:microsoft.com/office/officeart/2005/8/layout/list1"/>
    <dgm:cxn modelId="{37D0EE8D-B145-4373-9907-F61C316CCC57}" type="presParOf" srcId="{888386C8-3113-4025-91F3-E08A0D227C1D}" destId="{746EE399-116F-4F53-8EE5-6E0DF3FD9FAA}" srcOrd="5" destOrd="0" presId="urn:microsoft.com/office/officeart/2005/8/layout/list1"/>
    <dgm:cxn modelId="{22E9BAF6-153D-41F4-BE3D-45B866D9FDF0}" type="presParOf" srcId="{888386C8-3113-4025-91F3-E08A0D227C1D}" destId="{8220E7DC-715D-439C-A973-6B39926FC303}" srcOrd="6" destOrd="0" presId="urn:microsoft.com/office/officeart/2005/8/layout/list1"/>
    <dgm:cxn modelId="{0B79BBF8-DBA0-471E-9B74-31160D62B726}" type="presParOf" srcId="{888386C8-3113-4025-91F3-E08A0D227C1D}" destId="{0CE2DB80-4FDA-40CC-8CF3-0D85998F92CD}" srcOrd="7" destOrd="0" presId="urn:microsoft.com/office/officeart/2005/8/layout/list1"/>
    <dgm:cxn modelId="{98465ACA-3C20-42D1-817A-7BCD00834B8A}" type="presParOf" srcId="{888386C8-3113-4025-91F3-E08A0D227C1D}" destId="{24D8007E-7A31-4348-9B9D-880739AFBC88}" srcOrd="8" destOrd="0" presId="urn:microsoft.com/office/officeart/2005/8/layout/list1"/>
    <dgm:cxn modelId="{07C4CD70-6320-4E52-A992-A2EFD6692F71}" type="presParOf" srcId="{24D8007E-7A31-4348-9B9D-880739AFBC88}" destId="{3B9CDFD2-3786-400C-9D0F-60EF255F59A4}" srcOrd="0" destOrd="0" presId="urn:microsoft.com/office/officeart/2005/8/layout/list1"/>
    <dgm:cxn modelId="{82548343-F62C-4C05-A755-1BC2EF6F7A31}" type="presParOf" srcId="{24D8007E-7A31-4348-9B9D-880739AFBC88}" destId="{DDAD41BE-C757-4975-A211-33607F477A9B}" srcOrd="1" destOrd="0" presId="urn:microsoft.com/office/officeart/2005/8/layout/list1"/>
    <dgm:cxn modelId="{A3B4DDEE-B87C-4925-8A8D-24EE8BE73A41}" type="presParOf" srcId="{888386C8-3113-4025-91F3-E08A0D227C1D}" destId="{724EEC5E-E75B-4C1B-A45F-7928F29BA3E7}" srcOrd="9" destOrd="0" presId="urn:microsoft.com/office/officeart/2005/8/layout/list1"/>
    <dgm:cxn modelId="{91F5CBC9-1F61-478F-B5B0-506BA96CD3EF}" type="presParOf" srcId="{888386C8-3113-4025-91F3-E08A0D227C1D}" destId="{2BAB0A80-F290-4E8B-A2D2-4FBC8398537A}" srcOrd="10" destOrd="0" presId="urn:microsoft.com/office/officeart/2005/8/layout/list1"/>
    <dgm:cxn modelId="{AB77B775-3A52-4FE3-B0AA-D7B39D3BD2FA}" type="presParOf" srcId="{888386C8-3113-4025-91F3-E08A0D227C1D}" destId="{F5064DE0-AC13-4B6D-ACAE-E668602DC5BC}" srcOrd="11" destOrd="0" presId="urn:microsoft.com/office/officeart/2005/8/layout/list1"/>
    <dgm:cxn modelId="{216796E5-14F3-41DF-B56F-41C73D6FBAF2}" type="presParOf" srcId="{888386C8-3113-4025-91F3-E08A0D227C1D}" destId="{C981B314-A0FC-4032-B622-F9F86FC4F559}" srcOrd="12" destOrd="0" presId="urn:microsoft.com/office/officeart/2005/8/layout/list1"/>
    <dgm:cxn modelId="{86B92F1A-360F-474F-A8AF-11ECE55759D7}" type="presParOf" srcId="{C981B314-A0FC-4032-B622-F9F86FC4F559}" destId="{31AEAC32-BCE3-44FE-9773-77D16A11CAC8}" srcOrd="0" destOrd="0" presId="urn:microsoft.com/office/officeart/2005/8/layout/list1"/>
    <dgm:cxn modelId="{FB5C676E-2389-44AA-AB5C-266DE00A9C3E}" type="presParOf" srcId="{C981B314-A0FC-4032-B622-F9F86FC4F559}" destId="{559456A9-4D27-4C28-AB07-4A5E8B0C8248}" srcOrd="1" destOrd="0" presId="urn:microsoft.com/office/officeart/2005/8/layout/list1"/>
    <dgm:cxn modelId="{F96184F7-51D0-4846-B487-70E7C256AB91}" type="presParOf" srcId="{888386C8-3113-4025-91F3-E08A0D227C1D}" destId="{84DD560D-0873-4015-A76F-D3C843F5270F}" srcOrd="13" destOrd="0" presId="urn:microsoft.com/office/officeart/2005/8/layout/list1"/>
    <dgm:cxn modelId="{558A3BFF-F53F-42A7-9D5F-82EDC25EA11E}" type="presParOf" srcId="{888386C8-3113-4025-91F3-E08A0D227C1D}" destId="{14BCFA68-E42C-469F-B451-F289324491C2}" srcOrd="14" destOrd="0" presId="urn:microsoft.com/office/officeart/2005/8/layout/list1"/>
    <dgm:cxn modelId="{0032D9F4-0086-4F56-87E9-C244058FD031}" type="presParOf" srcId="{888386C8-3113-4025-91F3-E08A0D227C1D}" destId="{D600D9C4-3423-4E6F-B98A-737930E894FE}" srcOrd="15" destOrd="0" presId="urn:microsoft.com/office/officeart/2005/8/layout/list1"/>
    <dgm:cxn modelId="{BDA49DCB-798A-4273-BAA6-E1D2271ACD21}" type="presParOf" srcId="{888386C8-3113-4025-91F3-E08A0D227C1D}" destId="{2B77A479-9C1E-4615-8866-BA46040579F1}" srcOrd="16" destOrd="0" presId="urn:microsoft.com/office/officeart/2005/8/layout/list1"/>
    <dgm:cxn modelId="{7CF52082-B5C9-4387-BEA1-A55F195CB66C}" type="presParOf" srcId="{2B77A479-9C1E-4615-8866-BA46040579F1}" destId="{0F07312E-D1B2-431C-9DFB-BB65AA314E6A}" srcOrd="0" destOrd="0" presId="urn:microsoft.com/office/officeart/2005/8/layout/list1"/>
    <dgm:cxn modelId="{898BA36E-81BB-47CE-AAA1-EF83C1713C72}" type="presParOf" srcId="{2B77A479-9C1E-4615-8866-BA46040579F1}" destId="{9F63E22A-E1EE-46AB-A7B0-F3D4E096F732}" srcOrd="1" destOrd="0" presId="urn:microsoft.com/office/officeart/2005/8/layout/list1"/>
    <dgm:cxn modelId="{9DA5D48F-EBCC-4612-BA09-A23F083D1CB8}" type="presParOf" srcId="{888386C8-3113-4025-91F3-E08A0D227C1D}" destId="{D6CF6CAF-1077-454F-968A-13075D961FFC}" srcOrd="17" destOrd="0" presId="urn:microsoft.com/office/officeart/2005/8/layout/list1"/>
    <dgm:cxn modelId="{4894788F-85F5-4BEE-B9CE-EDE9E5259071}" type="presParOf" srcId="{888386C8-3113-4025-91F3-E08A0D227C1D}" destId="{FFF522D5-92A3-4A61-8234-C39A8AB14094}" srcOrd="18" destOrd="0" presId="urn:microsoft.com/office/officeart/2005/8/layout/list1"/>
    <dgm:cxn modelId="{8BC869B9-27A1-41C8-8356-71A7662C6BCA}" type="presParOf" srcId="{888386C8-3113-4025-91F3-E08A0D227C1D}" destId="{ADAC16A5-DC9F-44EF-8E9D-7DC7E402C299}" srcOrd="19" destOrd="0" presId="urn:microsoft.com/office/officeart/2005/8/layout/list1"/>
    <dgm:cxn modelId="{53281761-52B3-485A-A61F-E63490B9DDAE}" type="presParOf" srcId="{888386C8-3113-4025-91F3-E08A0D227C1D}" destId="{BC85263F-0958-4DD9-B776-27145C108407}" srcOrd="20" destOrd="0" presId="urn:microsoft.com/office/officeart/2005/8/layout/list1"/>
    <dgm:cxn modelId="{8A026340-EBF0-48C3-956F-5F4286279F95}" type="presParOf" srcId="{BC85263F-0958-4DD9-B776-27145C108407}" destId="{76185FA1-A6BB-4F67-9022-6978B906729F}" srcOrd="0" destOrd="0" presId="urn:microsoft.com/office/officeart/2005/8/layout/list1"/>
    <dgm:cxn modelId="{C208173C-CAD8-4269-9C60-668A1FFD5F9D}" type="presParOf" srcId="{BC85263F-0958-4DD9-B776-27145C108407}" destId="{586B71D9-6B3F-42A1-B564-7CA2A4120542}" srcOrd="1" destOrd="0" presId="urn:microsoft.com/office/officeart/2005/8/layout/list1"/>
    <dgm:cxn modelId="{9E329539-7E3E-4A1A-8FE0-47DF2B6B2FE4}" type="presParOf" srcId="{888386C8-3113-4025-91F3-E08A0D227C1D}" destId="{421AF131-BFD2-4FDD-971C-8D742F8EF186}" srcOrd="21" destOrd="0" presId="urn:microsoft.com/office/officeart/2005/8/layout/list1"/>
    <dgm:cxn modelId="{D6574BDC-F3B1-4D66-8FE7-D7FD5BA79BF2}" type="presParOf" srcId="{888386C8-3113-4025-91F3-E08A0D227C1D}" destId="{47D974BE-D686-429C-BE63-DF565A68BE69}" srcOrd="22" destOrd="0" presId="urn:microsoft.com/office/officeart/2005/8/layout/list1"/>
    <dgm:cxn modelId="{60BA0AA4-F1A2-49D8-8044-21436B56506C}" type="presParOf" srcId="{888386C8-3113-4025-91F3-E08A0D227C1D}" destId="{AA33EEFF-126A-465D-AF2F-6FB8EEDC5B08}" srcOrd="23" destOrd="0" presId="urn:microsoft.com/office/officeart/2005/8/layout/list1"/>
    <dgm:cxn modelId="{AD9257A0-3EEB-49E1-89FA-DD2AF52FCA14}" type="presParOf" srcId="{888386C8-3113-4025-91F3-E08A0D227C1D}" destId="{5647464A-AC33-4CE2-82F4-9BDCD918E8B2}" srcOrd="24" destOrd="0" presId="urn:microsoft.com/office/officeart/2005/8/layout/list1"/>
    <dgm:cxn modelId="{61360342-2213-4F74-A616-0D83B329EFAA}" type="presParOf" srcId="{5647464A-AC33-4CE2-82F4-9BDCD918E8B2}" destId="{03E32CD7-52DB-40C9-A9A0-7296D252E9D5}" srcOrd="0" destOrd="0" presId="urn:microsoft.com/office/officeart/2005/8/layout/list1"/>
    <dgm:cxn modelId="{B137FA7A-845D-4C9E-8DC4-90BF61E118E8}" type="presParOf" srcId="{5647464A-AC33-4CE2-82F4-9BDCD918E8B2}" destId="{03FB7DB5-EB45-48F3-9906-47FEEA4603E1}" srcOrd="1" destOrd="0" presId="urn:microsoft.com/office/officeart/2005/8/layout/list1"/>
    <dgm:cxn modelId="{8CF711EA-C53C-449F-A224-14713106DE0C}" type="presParOf" srcId="{888386C8-3113-4025-91F3-E08A0D227C1D}" destId="{92A82EBF-7158-49C9-8980-F279C3798A90}" srcOrd="25" destOrd="0" presId="urn:microsoft.com/office/officeart/2005/8/layout/list1"/>
    <dgm:cxn modelId="{CFBCBD55-9FF3-49EC-BDED-8CFDEAC4E879}" type="presParOf" srcId="{888386C8-3113-4025-91F3-E08A0D227C1D}" destId="{62F6B17E-A24E-417B-9E63-32A34FD2DA9E}" srcOrd="2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28A1BB-D028-4133-AC3B-B105BF4FFD2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53CD65E6-16C2-4343-92CF-7CCAB2DD5430}">
      <dgm:prSet phldrT="[Text]"/>
      <dgm:spPr>
        <a:solidFill>
          <a:schemeClr val="accent6">
            <a:lumMod val="60000"/>
            <a:lumOff val="40000"/>
          </a:schemeClr>
        </a:solidFill>
      </dgm:spPr>
      <dgm:t>
        <a:bodyPr/>
        <a:lstStyle/>
        <a:p>
          <a:r>
            <a:rPr lang="en-IN" dirty="0">
              <a:solidFill>
                <a:schemeClr val="tx1"/>
              </a:solidFill>
              <a:latin typeface="Bodoni MT" panose="02070603080606020203" pitchFamily="18" charset="0"/>
            </a:rPr>
            <a:t>Faster Bookings → Handles crores of users smoothly, even during Tatkal</a:t>
          </a:r>
          <a:r>
            <a:rPr lang="en-IN" dirty="0">
              <a:solidFill>
                <a:schemeClr val="tx1"/>
              </a:solidFill>
            </a:rPr>
            <a:t>.</a:t>
          </a:r>
        </a:p>
      </dgm:t>
    </dgm:pt>
    <dgm:pt modelId="{CB375904-56DB-4F45-8657-EE2239028884}" type="parTrans" cxnId="{B3301298-B417-469B-8B6F-157639EB9E0F}">
      <dgm:prSet/>
      <dgm:spPr/>
      <dgm:t>
        <a:bodyPr/>
        <a:lstStyle/>
        <a:p>
          <a:endParaRPr lang="en-IN"/>
        </a:p>
      </dgm:t>
    </dgm:pt>
    <dgm:pt modelId="{C319361D-A437-4FEB-AA43-1E07A4CB7DF1}" type="sibTrans" cxnId="{B3301298-B417-469B-8B6F-157639EB9E0F}">
      <dgm:prSet/>
      <dgm:spPr/>
      <dgm:t>
        <a:bodyPr/>
        <a:lstStyle/>
        <a:p>
          <a:endParaRPr lang="en-IN"/>
        </a:p>
      </dgm:t>
    </dgm:pt>
    <dgm:pt modelId="{36082D44-FE44-407A-B237-32592D1A0ABD}">
      <dgm:prSet/>
      <dgm:spPr>
        <a:solidFill>
          <a:schemeClr val="accent6">
            <a:lumMod val="60000"/>
            <a:lumOff val="40000"/>
          </a:schemeClr>
        </a:solidFill>
      </dgm:spPr>
      <dgm:t>
        <a:bodyPr/>
        <a:lstStyle/>
        <a:p>
          <a:r>
            <a:rPr lang="en-IN" dirty="0">
              <a:solidFill>
                <a:schemeClr val="tx1"/>
              </a:solidFill>
              <a:latin typeface="Bodoni MT" panose="02070603080606020203" pitchFamily="18" charset="0"/>
            </a:rPr>
            <a:t>Accurate Seat Allocation → Automatic rules ensure fair distribution.</a:t>
          </a:r>
        </a:p>
      </dgm:t>
    </dgm:pt>
    <dgm:pt modelId="{1301F5D9-E6AE-452B-A2F7-9823D38DF04D}" type="parTrans" cxnId="{1F2447FA-F293-45DF-B77E-DBF9D1A25033}">
      <dgm:prSet/>
      <dgm:spPr/>
      <dgm:t>
        <a:bodyPr/>
        <a:lstStyle/>
        <a:p>
          <a:endParaRPr lang="en-IN"/>
        </a:p>
      </dgm:t>
    </dgm:pt>
    <dgm:pt modelId="{74D4EB87-B5B6-4D96-91A2-E3AFB898416D}" type="sibTrans" cxnId="{1F2447FA-F293-45DF-B77E-DBF9D1A25033}">
      <dgm:prSet/>
      <dgm:spPr/>
      <dgm:t>
        <a:bodyPr/>
        <a:lstStyle/>
        <a:p>
          <a:endParaRPr lang="en-IN"/>
        </a:p>
      </dgm:t>
    </dgm:pt>
    <dgm:pt modelId="{AC59BC68-E6E4-42A2-9516-6D71B84276A6}">
      <dgm:prSet/>
      <dgm:spPr>
        <a:solidFill>
          <a:schemeClr val="accent6">
            <a:lumMod val="60000"/>
            <a:lumOff val="40000"/>
          </a:schemeClr>
        </a:solidFill>
      </dgm:spPr>
      <dgm:t>
        <a:bodyPr/>
        <a:lstStyle/>
        <a:p>
          <a:r>
            <a:rPr lang="en-IN" dirty="0">
              <a:solidFill>
                <a:schemeClr val="tx1"/>
              </a:solidFill>
              <a:latin typeface="Bodoni MT" panose="02070603080606020203" pitchFamily="18" charset="0"/>
            </a:rPr>
            <a:t>Real-Time Information → Instant PNR, train location, and seat status.</a:t>
          </a:r>
        </a:p>
      </dgm:t>
    </dgm:pt>
    <dgm:pt modelId="{DD6CEFA5-F636-45DA-9094-B249F5596FFF}" type="parTrans" cxnId="{0CF7FEEF-6FFC-44BC-AA51-FD4B459E7899}">
      <dgm:prSet/>
      <dgm:spPr/>
      <dgm:t>
        <a:bodyPr/>
        <a:lstStyle/>
        <a:p>
          <a:endParaRPr lang="en-IN"/>
        </a:p>
      </dgm:t>
    </dgm:pt>
    <dgm:pt modelId="{A8A687BE-3C40-4D1B-8AC6-271E919AF702}" type="sibTrans" cxnId="{0CF7FEEF-6FFC-44BC-AA51-FD4B459E7899}">
      <dgm:prSet/>
      <dgm:spPr/>
      <dgm:t>
        <a:bodyPr/>
        <a:lstStyle/>
        <a:p>
          <a:endParaRPr lang="en-IN"/>
        </a:p>
      </dgm:t>
    </dgm:pt>
    <dgm:pt modelId="{59E94D99-A9AF-4501-ADF5-45C0531C1C51}">
      <dgm:prSet/>
      <dgm:spPr>
        <a:solidFill>
          <a:schemeClr val="accent6">
            <a:lumMod val="60000"/>
            <a:lumOff val="40000"/>
          </a:schemeClr>
        </a:solidFill>
      </dgm:spPr>
      <dgm:t>
        <a:bodyPr/>
        <a:lstStyle/>
        <a:p>
          <a:r>
            <a:rPr lang="en-IN" dirty="0">
              <a:solidFill>
                <a:schemeClr val="tx1"/>
              </a:solidFill>
              <a:latin typeface="Bodoni MT" panose="02070603080606020203" pitchFamily="18" charset="0"/>
            </a:rPr>
            <a:t>Safe Payments → Secure transactions and reliable refund system.</a:t>
          </a:r>
        </a:p>
      </dgm:t>
    </dgm:pt>
    <dgm:pt modelId="{FD336151-A7B6-4204-A9DE-2382DDC591C7}" type="parTrans" cxnId="{43783A7F-C787-43BD-A5A6-ECCF80437DA8}">
      <dgm:prSet/>
      <dgm:spPr/>
      <dgm:t>
        <a:bodyPr/>
        <a:lstStyle/>
        <a:p>
          <a:endParaRPr lang="en-IN"/>
        </a:p>
      </dgm:t>
    </dgm:pt>
    <dgm:pt modelId="{733DD4B5-F7FA-4424-9C82-41E6B2C27059}" type="sibTrans" cxnId="{43783A7F-C787-43BD-A5A6-ECCF80437DA8}">
      <dgm:prSet/>
      <dgm:spPr/>
      <dgm:t>
        <a:bodyPr/>
        <a:lstStyle/>
        <a:p>
          <a:endParaRPr lang="en-IN"/>
        </a:p>
      </dgm:t>
    </dgm:pt>
    <dgm:pt modelId="{5956CF85-B445-4D80-92E8-B584FC3C2F48}">
      <dgm:prSet/>
      <dgm:spPr>
        <a:solidFill>
          <a:schemeClr val="accent6">
            <a:lumMod val="60000"/>
            <a:lumOff val="40000"/>
          </a:schemeClr>
        </a:solidFill>
      </dgm:spPr>
      <dgm:t>
        <a:bodyPr/>
        <a:lstStyle/>
        <a:p>
          <a:r>
            <a:rPr lang="en-IN" dirty="0">
              <a:solidFill>
                <a:schemeClr val="tx1">
                  <a:lumMod val="95000"/>
                  <a:lumOff val="5000"/>
                </a:schemeClr>
              </a:solidFill>
              <a:latin typeface="Bodoni MT" panose="02070603080606020203" pitchFamily="18" charset="0"/>
            </a:rPr>
            <a:t>Improved Customer Experience → Less wait, more trust, easy travel.</a:t>
          </a:r>
        </a:p>
      </dgm:t>
    </dgm:pt>
    <dgm:pt modelId="{B2283892-ABC7-49CA-A150-422657854F98}" type="parTrans" cxnId="{D02E22F4-6C77-4B6D-B6E6-E33519BA5E7B}">
      <dgm:prSet/>
      <dgm:spPr/>
      <dgm:t>
        <a:bodyPr/>
        <a:lstStyle/>
        <a:p>
          <a:endParaRPr lang="en-IN"/>
        </a:p>
      </dgm:t>
    </dgm:pt>
    <dgm:pt modelId="{68FCF05D-2E31-4005-9562-C0D94AD93A64}" type="sibTrans" cxnId="{D02E22F4-6C77-4B6D-B6E6-E33519BA5E7B}">
      <dgm:prSet/>
      <dgm:spPr/>
      <dgm:t>
        <a:bodyPr/>
        <a:lstStyle/>
        <a:p>
          <a:endParaRPr lang="en-IN"/>
        </a:p>
      </dgm:t>
    </dgm:pt>
    <dgm:pt modelId="{3DA3FA98-7ACB-417E-92E6-14BD421C97AA}">
      <dgm:prSet/>
      <dgm:spPr>
        <a:solidFill>
          <a:schemeClr val="accent6">
            <a:lumMod val="60000"/>
            <a:lumOff val="40000"/>
          </a:schemeClr>
        </a:solidFill>
      </dgm:spPr>
      <dgm:t>
        <a:bodyPr/>
        <a:lstStyle/>
        <a:p>
          <a:r>
            <a:rPr lang="en-IN" dirty="0">
              <a:solidFill>
                <a:schemeClr val="tx1"/>
              </a:solidFill>
              <a:latin typeface="Bodoni MT" panose="02070603080606020203" pitchFamily="18" charset="0"/>
            </a:rPr>
            <a:t>Better Decision-Making → Data helps in planning new trains and routes.</a:t>
          </a:r>
        </a:p>
      </dgm:t>
    </dgm:pt>
    <dgm:pt modelId="{16E191A7-98AD-4F06-992F-879AD2075883}" type="parTrans" cxnId="{57222B5F-019A-496D-86B3-AA023BA83703}">
      <dgm:prSet/>
      <dgm:spPr/>
      <dgm:t>
        <a:bodyPr/>
        <a:lstStyle/>
        <a:p>
          <a:endParaRPr lang="en-IN"/>
        </a:p>
      </dgm:t>
    </dgm:pt>
    <dgm:pt modelId="{8A572F5D-EB67-4A6A-927E-D0B1A3E6963E}" type="sibTrans" cxnId="{57222B5F-019A-496D-86B3-AA023BA83703}">
      <dgm:prSet/>
      <dgm:spPr/>
      <dgm:t>
        <a:bodyPr/>
        <a:lstStyle/>
        <a:p>
          <a:endParaRPr lang="en-IN"/>
        </a:p>
      </dgm:t>
    </dgm:pt>
    <dgm:pt modelId="{CAF22E6C-7399-4F2A-A0A9-3822D5663A0C}" type="pres">
      <dgm:prSet presAssocID="{1728A1BB-D028-4133-AC3B-B105BF4FFD25}" presName="Name0" presStyleCnt="0">
        <dgm:presLayoutVars>
          <dgm:chMax val="7"/>
          <dgm:chPref val="7"/>
          <dgm:dir/>
        </dgm:presLayoutVars>
      </dgm:prSet>
      <dgm:spPr/>
    </dgm:pt>
    <dgm:pt modelId="{9786DC3A-15B7-4797-8FBD-4B60B637270D}" type="pres">
      <dgm:prSet presAssocID="{1728A1BB-D028-4133-AC3B-B105BF4FFD25}" presName="Name1" presStyleCnt="0"/>
      <dgm:spPr/>
    </dgm:pt>
    <dgm:pt modelId="{D7B914E2-9358-49C3-B007-4328BAC4C32C}" type="pres">
      <dgm:prSet presAssocID="{1728A1BB-D028-4133-AC3B-B105BF4FFD25}" presName="cycle" presStyleCnt="0"/>
      <dgm:spPr/>
    </dgm:pt>
    <dgm:pt modelId="{73D0A094-106F-4B9F-B3BA-53EC9D5C2348}" type="pres">
      <dgm:prSet presAssocID="{1728A1BB-D028-4133-AC3B-B105BF4FFD25}" presName="srcNode" presStyleLbl="node1" presStyleIdx="0" presStyleCnt="6"/>
      <dgm:spPr/>
    </dgm:pt>
    <dgm:pt modelId="{5BDC4456-62E8-455C-8A79-EEC77A837241}" type="pres">
      <dgm:prSet presAssocID="{1728A1BB-D028-4133-AC3B-B105BF4FFD25}" presName="conn" presStyleLbl="parChTrans1D2" presStyleIdx="0" presStyleCnt="1"/>
      <dgm:spPr/>
    </dgm:pt>
    <dgm:pt modelId="{76ADB773-5E23-478D-B9CE-D81E2D51D798}" type="pres">
      <dgm:prSet presAssocID="{1728A1BB-D028-4133-AC3B-B105BF4FFD25}" presName="extraNode" presStyleLbl="node1" presStyleIdx="0" presStyleCnt="6"/>
      <dgm:spPr/>
    </dgm:pt>
    <dgm:pt modelId="{8D998542-6480-4F5A-B056-B870824EC7C8}" type="pres">
      <dgm:prSet presAssocID="{1728A1BB-D028-4133-AC3B-B105BF4FFD25}" presName="dstNode" presStyleLbl="node1" presStyleIdx="0" presStyleCnt="6"/>
      <dgm:spPr/>
    </dgm:pt>
    <dgm:pt modelId="{C0ED4F02-3745-4921-9A02-EC1BE0BB7345}" type="pres">
      <dgm:prSet presAssocID="{53CD65E6-16C2-4343-92CF-7CCAB2DD5430}" presName="text_1" presStyleLbl="node1" presStyleIdx="0" presStyleCnt="6">
        <dgm:presLayoutVars>
          <dgm:bulletEnabled val="1"/>
        </dgm:presLayoutVars>
      </dgm:prSet>
      <dgm:spPr/>
    </dgm:pt>
    <dgm:pt modelId="{A89EEA81-CB84-4413-AC5A-A94F1449802E}" type="pres">
      <dgm:prSet presAssocID="{53CD65E6-16C2-4343-92CF-7CCAB2DD5430}" presName="accent_1" presStyleCnt="0"/>
      <dgm:spPr/>
    </dgm:pt>
    <dgm:pt modelId="{90C15652-9DF8-41D6-86E7-B1DBDED37E54}" type="pres">
      <dgm:prSet presAssocID="{53CD65E6-16C2-4343-92CF-7CCAB2DD5430}" presName="accentRepeatNode" presStyleLbl="solidFgAcc1" presStyleIdx="0" presStyleCnt="6"/>
      <dgm:spPr/>
    </dgm:pt>
    <dgm:pt modelId="{0DBC055F-6013-4BED-B7CB-8B311EB34108}" type="pres">
      <dgm:prSet presAssocID="{36082D44-FE44-407A-B237-32592D1A0ABD}" presName="text_2" presStyleLbl="node1" presStyleIdx="1" presStyleCnt="6">
        <dgm:presLayoutVars>
          <dgm:bulletEnabled val="1"/>
        </dgm:presLayoutVars>
      </dgm:prSet>
      <dgm:spPr/>
    </dgm:pt>
    <dgm:pt modelId="{F7188E5D-9300-4D00-A002-3F4AEA047869}" type="pres">
      <dgm:prSet presAssocID="{36082D44-FE44-407A-B237-32592D1A0ABD}" presName="accent_2" presStyleCnt="0"/>
      <dgm:spPr/>
    </dgm:pt>
    <dgm:pt modelId="{15CC952C-D3C1-496D-9545-2F366A6E5720}" type="pres">
      <dgm:prSet presAssocID="{36082D44-FE44-407A-B237-32592D1A0ABD}" presName="accentRepeatNode" presStyleLbl="solidFgAcc1" presStyleIdx="1" presStyleCnt="6"/>
      <dgm:spPr/>
    </dgm:pt>
    <dgm:pt modelId="{028E66F6-8CA9-41CA-A137-509F028861C5}" type="pres">
      <dgm:prSet presAssocID="{AC59BC68-E6E4-42A2-9516-6D71B84276A6}" presName="text_3" presStyleLbl="node1" presStyleIdx="2" presStyleCnt="6">
        <dgm:presLayoutVars>
          <dgm:bulletEnabled val="1"/>
        </dgm:presLayoutVars>
      </dgm:prSet>
      <dgm:spPr/>
    </dgm:pt>
    <dgm:pt modelId="{EF5EB293-F507-48A5-8004-B97A75407172}" type="pres">
      <dgm:prSet presAssocID="{AC59BC68-E6E4-42A2-9516-6D71B84276A6}" presName="accent_3" presStyleCnt="0"/>
      <dgm:spPr/>
    </dgm:pt>
    <dgm:pt modelId="{C5CE5DE8-6E69-4563-A800-2A179CF11D51}" type="pres">
      <dgm:prSet presAssocID="{AC59BC68-E6E4-42A2-9516-6D71B84276A6}" presName="accentRepeatNode" presStyleLbl="solidFgAcc1" presStyleIdx="2" presStyleCnt="6"/>
      <dgm:spPr/>
    </dgm:pt>
    <dgm:pt modelId="{44F338C8-9700-43A9-B06F-EB0EDE5310F0}" type="pres">
      <dgm:prSet presAssocID="{3DA3FA98-7ACB-417E-92E6-14BD421C97AA}" presName="text_4" presStyleLbl="node1" presStyleIdx="3" presStyleCnt="6">
        <dgm:presLayoutVars>
          <dgm:bulletEnabled val="1"/>
        </dgm:presLayoutVars>
      </dgm:prSet>
      <dgm:spPr/>
    </dgm:pt>
    <dgm:pt modelId="{D38D455E-A5F4-4E2A-A9EB-AB524391C058}" type="pres">
      <dgm:prSet presAssocID="{3DA3FA98-7ACB-417E-92E6-14BD421C97AA}" presName="accent_4" presStyleCnt="0"/>
      <dgm:spPr/>
    </dgm:pt>
    <dgm:pt modelId="{58ECB81B-3409-40B8-A2B4-67AC44494BA5}" type="pres">
      <dgm:prSet presAssocID="{3DA3FA98-7ACB-417E-92E6-14BD421C97AA}" presName="accentRepeatNode" presStyleLbl="solidFgAcc1" presStyleIdx="3" presStyleCnt="6"/>
      <dgm:spPr/>
    </dgm:pt>
    <dgm:pt modelId="{34DD51C0-F5D6-4D2A-926D-C05B67C7DD99}" type="pres">
      <dgm:prSet presAssocID="{59E94D99-A9AF-4501-ADF5-45C0531C1C51}" presName="text_5" presStyleLbl="node1" presStyleIdx="4" presStyleCnt="6">
        <dgm:presLayoutVars>
          <dgm:bulletEnabled val="1"/>
        </dgm:presLayoutVars>
      </dgm:prSet>
      <dgm:spPr/>
    </dgm:pt>
    <dgm:pt modelId="{CDFCC78A-8718-482D-9E8D-34FD8F4C58D0}" type="pres">
      <dgm:prSet presAssocID="{59E94D99-A9AF-4501-ADF5-45C0531C1C51}" presName="accent_5" presStyleCnt="0"/>
      <dgm:spPr/>
    </dgm:pt>
    <dgm:pt modelId="{9BEDB41A-5CD0-4026-AE56-3075D19F5832}" type="pres">
      <dgm:prSet presAssocID="{59E94D99-A9AF-4501-ADF5-45C0531C1C51}" presName="accentRepeatNode" presStyleLbl="solidFgAcc1" presStyleIdx="4" presStyleCnt="6"/>
      <dgm:spPr/>
    </dgm:pt>
    <dgm:pt modelId="{18E26390-471E-4797-8697-A12DDF011978}" type="pres">
      <dgm:prSet presAssocID="{5956CF85-B445-4D80-92E8-B584FC3C2F48}" presName="text_6" presStyleLbl="node1" presStyleIdx="5" presStyleCnt="6">
        <dgm:presLayoutVars>
          <dgm:bulletEnabled val="1"/>
        </dgm:presLayoutVars>
      </dgm:prSet>
      <dgm:spPr/>
    </dgm:pt>
    <dgm:pt modelId="{E2912F71-4E0C-4887-B45C-4C98D411899B}" type="pres">
      <dgm:prSet presAssocID="{5956CF85-B445-4D80-92E8-B584FC3C2F48}" presName="accent_6" presStyleCnt="0"/>
      <dgm:spPr/>
    </dgm:pt>
    <dgm:pt modelId="{D73275BB-21D9-44AE-A1F6-33398EA0E7C7}" type="pres">
      <dgm:prSet presAssocID="{5956CF85-B445-4D80-92E8-B584FC3C2F48}" presName="accentRepeatNode" presStyleLbl="solidFgAcc1" presStyleIdx="5" presStyleCnt="6" custLinFactNeighborX="-11045" custLinFactNeighborY="468"/>
      <dgm:spPr/>
    </dgm:pt>
  </dgm:ptLst>
  <dgm:cxnLst>
    <dgm:cxn modelId="{F71CF21A-E92C-4BDD-A22C-6397245F4B54}" type="presOf" srcId="{AC59BC68-E6E4-42A2-9516-6D71B84276A6}" destId="{028E66F6-8CA9-41CA-A137-509F028861C5}" srcOrd="0" destOrd="0" presId="urn:microsoft.com/office/officeart/2008/layout/VerticalCurvedList"/>
    <dgm:cxn modelId="{ED435020-3223-4283-A577-6299894C78BC}" type="presOf" srcId="{36082D44-FE44-407A-B237-32592D1A0ABD}" destId="{0DBC055F-6013-4BED-B7CB-8B311EB34108}" srcOrd="0" destOrd="0" presId="urn:microsoft.com/office/officeart/2008/layout/VerticalCurvedList"/>
    <dgm:cxn modelId="{44B9C02D-76E6-443F-A86B-1B8D12972AF3}" type="presOf" srcId="{C319361D-A437-4FEB-AA43-1E07A4CB7DF1}" destId="{5BDC4456-62E8-455C-8A79-EEC77A837241}" srcOrd="0" destOrd="0" presId="urn:microsoft.com/office/officeart/2008/layout/VerticalCurvedList"/>
    <dgm:cxn modelId="{2E11F12F-A613-44D5-8DB4-1D21DAB351A8}" type="presOf" srcId="{59E94D99-A9AF-4501-ADF5-45C0531C1C51}" destId="{34DD51C0-F5D6-4D2A-926D-C05B67C7DD99}" srcOrd="0" destOrd="0" presId="urn:microsoft.com/office/officeart/2008/layout/VerticalCurvedList"/>
    <dgm:cxn modelId="{F79DDA3E-8612-40C5-8D94-5DB2F0726F0B}" type="presOf" srcId="{1728A1BB-D028-4133-AC3B-B105BF4FFD25}" destId="{CAF22E6C-7399-4F2A-A0A9-3822D5663A0C}" srcOrd="0" destOrd="0" presId="urn:microsoft.com/office/officeart/2008/layout/VerticalCurvedList"/>
    <dgm:cxn modelId="{57222B5F-019A-496D-86B3-AA023BA83703}" srcId="{1728A1BB-D028-4133-AC3B-B105BF4FFD25}" destId="{3DA3FA98-7ACB-417E-92E6-14BD421C97AA}" srcOrd="3" destOrd="0" parTransId="{16E191A7-98AD-4F06-992F-879AD2075883}" sibTransId="{8A572F5D-EB67-4A6A-927E-D0B1A3E6963E}"/>
    <dgm:cxn modelId="{43783A7F-C787-43BD-A5A6-ECCF80437DA8}" srcId="{1728A1BB-D028-4133-AC3B-B105BF4FFD25}" destId="{59E94D99-A9AF-4501-ADF5-45C0531C1C51}" srcOrd="4" destOrd="0" parTransId="{FD336151-A7B6-4204-A9DE-2382DDC591C7}" sibTransId="{733DD4B5-F7FA-4424-9C82-41E6B2C27059}"/>
    <dgm:cxn modelId="{EA583982-B1FB-4B6C-AA18-B6B18977F407}" type="presOf" srcId="{5956CF85-B445-4D80-92E8-B584FC3C2F48}" destId="{18E26390-471E-4797-8697-A12DDF011978}" srcOrd="0" destOrd="0" presId="urn:microsoft.com/office/officeart/2008/layout/VerticalCurvedList"/>
    <dgm:cxn modelId="{B3301298-B417-469B-8B6F-157639EB9E0F}" srcId="{1728A1BB-D028-4133-AC3B-B105BF4FFD25}" destId="{53CD65E6-16C2-4343-92CF-7CCAB2DD5430}" srcOrd="0" destOrd="0" parTransId="{CB375904-56DB-4F45-8657-EE2239028884}" sibTransId="{C319361D-A437-4FEB-AA43-1E07A4CB7DF1}"/>
    <dgm:cxn modelId="{1B041DBA-1921-430E-A27D-E143F88E3A15}" type="presOf" srcId="{3DA3FA98-7ACB-417E-92E6-14BD421C97AA}" destId="{44F338C8-9700-43A9-B06F-EB0EDE5310F0}" srcOrd="0" destOrd="0" presId="urn:microsoft.com/office/officeart/2008/layout/VerticalCurvedList"/>
    <dgm:cxn modelId="{0CF7FEEF-6FFC-44BC-AA51-FD4B459E7899}" srcId="{1728A1BB-D028-4133-AC3B-B105BF4FFD25}" destId="{AC59BC68-E6E4-42A2-9516-6D71B84276A6}" srcOrd="2" destOrd="0" parTransId="{DD6CEFA5-F636-45DA-9094-B249F5596FFF}" sibTransId="{A8A687BE-3C40-4D1B-8AC6-271E919AF702}"/>
    <dgm:cxn modelId="{D02E22F4-6C77-4B6D-B6E6-E33519BA5E7B}" srcId="{1728A1BB-D028-4133-AC3B-B105BF4FFD25}" destId="{5956CF85-B445-4D80-92E8-B584FC3C2F48}" srcOrd="5" destOrd="0" parTransId="{B2283892-ABC7-49CA-A150-422657854F98}" sibTransId="{68FCF05D-2E31-4005-9562-C0D94AD93A64}"/>
    <dgm:cxn modelId="{32CB56F5-C18E-4A57-A36E-90F7D7AF2DF9}" type="presOf" srcId="{53CD65E6-16C2-4343-92CF-7CCAB2DD5430}" destId="{C0ED4F02-3745-4921-9A02-EC1BE0BB7345}" srcOrd="0" destOrd="0" presId="urn:microsoft.com/office/officeart/2008/layout/VerticalCurvedList"/>
    <dgm:cxn modelId="{1F2447FA-F293-45DF-B77E-DBF9D1A25033}" srcId="{1728A1BB-D028-4133-AC3B-B105BF4FFD25}" destId="{36082D44-FE44-407A-B237-32592D1A0ABD}" srcOrd="1" destOrd="0" parTransId="{1301F5D9-E6AE-452B-A2F7-9823D38DF04D}" sibTransId="{74D4EB87-B5B6-4D96-91A2-E3AFB898416D}"/>
    <dgm:cxn modelId="{91906C51-F5EC-4373-813D-F8F2E29D1AD0}" type="presParOf" srcId="{CAF22E6C-7399-4F2A-A0A9-3822D5663A0C}" destId="{9786DC3A-15B7-4797-8FBD-4B60B637270D}" srcOrd="0" destOrd="0" presId="urn:microsoft.com/office/officeart/2008/layout/VerticalCurvedList"/>
    <dgm:cxn modelId="{8F9EB792-AECC-46DB-B5FA-D862748CAB2E}" type="presParOf" srcId="{9786DC3A-15B7-4797-8FBD-4B60B637270D}" destId="{D7B914E2-9358-49C3-B007-4328BAC4C32C}" srcOrd="0" destOrd="0" presId="urn:microsoft.com/office/officeart/2008/layout/VerticalCurvedList"/>
    <dgm:cxn modelId="{7DB7174B-AD93-4A8F-AC86-C96CBCAB4B72}" type="presParOf" srcId="{D7B914E2-9358-49C3-B007-4328BAC4C32C}" destId="{73D0A094-106F-4B9F-B3BA-53EC9D5C2348}" srcOrd="0" destOrd="0" presId="urn:microsoft.com/office/officeart/2008/layout/VerticalCurvedList"/>
    <dgm:cxn modelId="{DC86F1FA-849D-4464-9795-4A3475F75261}" type="presParOf" srcId="{D7B914E2-9358-49C3-B007-4328BAC4C32C}" destId="{5BDC4456-62E8-455C-8A79-EEC77A837241}" srcOrd="1" destOrd="0" presId="urn:microsoft.com/office/officeart/2008/layout/VerticalCurvedList"/>
    <dgm:cxn modelId="{099F0C18-7EA2-42C0-9B23-8650D726CDB3}" type="presParOf" srcId="{D7B914E2-9358-49C3-B007-4328BAC4C32C}" destId="{76ADB773-5E23-478D-B9CE-D81E2D51D798}" srcOrd="2" destOrd="0" presId="urn:microsoft.com/office/officeart/2008/layout/VerticalCurvedList"/>
    <dgm:cxn modelId="{5F1F57E0-3ECC-4EEE-96B0-3E630ED2A8DA}" type="presParOf" srcId="{D7B914E2-9358-49C3-B007-4328BAC4C32C}" destId="{8D998542-6480-4F5A-B056-B870824EC7C8}" srcOrd="3" destOrd="0" presId="urn:microsoft.com/office/officeart/2008/layout/VerticalCurvedList"/>
    <dgm:cxn modelId="{58A5DDA5-C9F9-47E4-8B61-27FAEC091AB6}" type="presParOf" srcId="{9786DC3A-15B7-4797-8FBD-4B60B637270D}" destId="{C0ED4F02-3745-4921-9A02-EC1BE0BB7345}" srcOrd="1" destOrd="0" presId="urn:microsoft.com/office/officeart/2008/layout/VerticalCurvedList"/>
    <dgm:cxn modelId="{055F0E2F-DFE1-4C66-BB45-B169740BC622}" type="presParOf" srcId="{9786DC3A-15B7-4797-8FBD-4B60B637270D}" destId="{A89EEA81-CB84-4413-AC5A-A94F1449802E}" srcOrd="2" destOrd="0" presId="urn:microsoft.com/office/officeart/2008/layout/VerticalCurvedList"/>
    <dgm:cxn modelId="{EFE7A2EE-A860-435A-ACD2-C8150F21EDAA}" type="presParOf" srcId="{A89EEA81-CB84-4413-AC5A-A94F1449802E}" destId="{90C15652-9DF8-41D6-86E7-B1DBDED37E54}" srcOrd="0" destOrd="0" presId="urn:microsoft.com/office/officeart/2008/layout/VerticalCurvedList"/>
    <dgm:cxn modelId="{57A512E1-B4EE-4CE9-960C-866FC478F947}" type="presParOf" srcId="{9786DC3A-15B7-4797-8FBD-4B60B637270D}" destId="{0DBC055F-6013-4BED-B7CB-8B311EB34108}" srcOrd="3" destOrd="0" presId="urn:microsoft.com/office/officeart/2008/layout/VerticalCurvedList"/>
    <dgm:cxn modelId="{B9DB0AE8-3FB8-4ACC-B104-1808FC73A515}" type="presParOf" srcId="{9786DC3A-15B7-4797-8FBD-4B60B637270D}" destId="{F7188E5D-9300-4D00-A002-3F4AEA047869}" srcOrd="4" destOrd="0" presId="urn:microsoft.com/office/officeart/2008/layout/VerticalCurvedList"/>
    <dgm:cxn modelId="{DA13DF8B-C4FF-41F6-B4C9-B1A58B95D25C}" type="presParOf" srcId="{F7188E5D-9300-4D00-A002-3F4AEA047869}" destId="{15CC952C-D3C1-496D-9545-2F366A6E5720}" srcOrd="0" destOrd="0" presId="urn:microsoft.com/office/officeart/2008/layout/VerticalCurvedList"/>
    <dgm:cxn modelId="{6B7AC1C9-B876-46C1-9305-EB0D4415C83D}" type="presParOf" srcId="{9786DC3A-15B7-4797-8FBD-4B60B637270D}" destId="{028E66F6-8CA9-41CA-A137-509F028861C5}" srcOrd="5" destOrd="0" presId="urn:microsoft.com/office/officeart/2008/layout/VerticalCurvedList"/>
    <dgm:cxn modelId="{33D8850B-FB53-4165-8277-BD90E90282D2}" type="presParOf" srcId="{9786DC3A-15B7-4797-8FBD-4B60B637270D}" destId="{EF5EB293-F507-48A5-8004-B97A75407172}" srcOrd="6" destOrd="0" presId="urn:microsoft.com/office/officeart/2008/layout/VerticalCurvedList"/>
    <dgm:cxn modelId="{9B69D11B-4596-49E3-86D7-405F0C163D44}" type="presParOf" srcId="{EF5EB293-F507-48A5-8004-B97A75407172}" destId="{C5CE5DE8-6E69-4563-A800-2A179CF11D51}" srcOrd="0" destOrd="0" presId="urn:microsoft.com/office/officeart/2008/layout/VerticalCurvedList"/>
    <dgm:cxn modelId="{6BABB9E3-8A51-4438-82B1-E1AB16ACF1D9}" type="presParOf" srcId="{9786DC3A-15B7-4797-8FBD-4B60B637270D}" destId="{44F338C8-9700-43A9-B06F-EB0EDE5310F0}" srcOrd="7" destOrd="0" presId="urn:microsoft.com/office/officeart/2008/layout/VerticalCurvedList"/>
    <dgm:cxn modelId="{2DB51851-DDDF-4842-A025-88D72F29ECF7}" type="presParOf" srcId="{9786DC3A-15B7-4797-8FBD-4B60B637270D}" destId="{D38D455E-A5F4-4E2A-A9EB-AB524391C058}" srcOrd="8" destOrd="0" presId="urn:microsoft.com/office/officeart/2008/layout/VerticalCurvedList"/>
    <dgm:cxn modelId="{B19E8F4F-76EB-4EB7-8724-8C599D2279A4}" type="presParOf" srcId="{D38D455E-A5F4-4E2A-A9EB-AB524391C058}" destId="{58ECB81B-3409-40B8-A2B4-67AC44494BA5}" srcOrd="0" destOrd="0" presId="urn:microsoft.com/office/officeart/2008/layout/VerticalCurvedList"/>
    <dgm:cxn modelId="{C373FEE9-45DE-4DF0-85C6-0485B15BFC8E}" type="presParOf" srcId="{9786DC3A-15B7-4797-8FBD-4B60B637270D}" destId="{34DD51C0-F5D6-4D2A-926D-C05B67C7DD99}" srcOrd="9" destOrd="0" presId="urn:microsoft.com/office/officeart/2008/layout/VerticalCurvedList"/>
    <dgm:cxn modelId="{61BC8B8D-6306-4C4A-B574-6C6CEB22D8CC}" type="presParOf" srcId="{9786DC3A-15B7-4797-8FBD-4B60B637270D}" destId="{CDFCC78A-8718-482D-9E8D-34FD8F4C58D0}" srcOrd="10" destOrd="0" presId="urn:microsoft.com/office/officeart/2008/layout/VerticalCurvedList"/>
    <dgm:cxn modelId="{D93E89C8-2EC3-44A7-9687-DDEE2D0CA326}" type="presParOf" srcId="{CDFCC78A-8718-482D-9E8D-34FD8F4C58D0}" destId="{9BEDB41A-5CD0-4026-AE56-3075D19F5832}" srcOrd="0" destOrd="0" presId="urn:microsoft.com/office/officeart/2008/layout/VerticalCurvedList"/>
    <dgm:cxn modelId="{4F057F38-BABF-4700-9371-BEC67CBC00FF}" type="presParOf" srcId="{9786DC3A-15B7-4797-8FBD-4B60B637270D}" destId="{18E26390-471E-4797-8697-A12DDF011978}" srcOrd="11" destOrd="0" presId="urn:microsoft.com/office/officeart/2008/layout/VerticalCurvedList"/>
    <dgm:cxn modelId="{3AD4DEB8-81C5-45E5-944E-3649B06F26B2}" type="presParOf" srcId="{9786DC3A-15B7-4797-8FBD-4B60B637270D}" destId="{E2912F71-4E0C-4887-B45C-4C98D411899B}" srcOrd="12" destOrd="0" presId="urn:microsoft.com/office/officeart/2008/layout/VerticalCurvedList"/>
    <dgm:cxn modelId="{4FA9286F-5F4A-47EE-B773-35F5B7AE06CE}" type="presParOf" srcId="{E2912F71-4E0C-4887-B45C-4C98D411899B}" destId="{D73275BB-21D9-44AE-A1F6-33398EA0E7C7}" srcOrd="0" destOrd="0" presId="urn:microsoft.com/office/officeart/2008/layout/VerticalCurved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79A882D-1394-4494-BD1D-134D84E1B56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C73CBFA1-DCB2-4B1E-B058-D9BAF819CE45}">
      <dgm:prSet phldrT="[Text]"/>
      <dgm:spPr>
        <a:solidFill>
          <a:schemeClr val="accent5">
            <a:lumMod val="40000"/>
            <a:lumOff val="60000"/>
          </a:schemeClr>
        </a:solidFill>
      </dgm:spPr>
      <dgm:t>
        <a:bodyPr/>
        <a:lstStyle/>
        <a:p>
          <a:r>
            <a:rPr lang="en-IN" b="1"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Scalability is Key </a:t>
          </a:r>
          <a:r>
            <a:rPr lang="en-IN"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Systems must handle crores of users smoothly</a:t>
          </a:r>
          <a:r>
            <a:rPr lang="en-IN" dirty="0">
              <a:solidFill>
                <a:schemeClr val="tx1"/>
              </a:solidFill>
              <a:effectLst/>
              <a:latin typeface="Bahnschrift Light SemiCondensed" panose="020B0502040204020203" pitchFamily="34" charset="0"/>
              <a:ea typeface="Aptos" panose="020B0004020202020204" pitchFamily="34" charset="0"/>
              <a:cs typeface="Times New Roman" panose="02020603050405020304" pitchFamily="18" charset="0"/>
            </a:rPr>
            <a:t>.</a:t>
          </a:r>
          <a:endParaRPr lang="en-IN" dirty="0">
            <a:solidFill>
              <a:schemeClr val="tx1"/>
            </a:solidFill>
          </a:endParaRPr>
        </a:p>
      </dgm:t>
    </dgm:pt>
    <dgm:pt modelId="{2D975448-1B8D-4202-B765-74D05D1ECCAB}" type="parTrans" cxnId="{62DE736C-C251-4A95-8A82-CA0F95987558}">
      <dgm:prSet/>
      <dgm:spPr/>
      <dgm:t>
        <a:bodyPr/>
        <a:lstStyle/>
        <a:p>
          <a:endParaRPr lang="en-IN"/>
        </a:p>
      </dgm:t>
    </dgm:pt>
    <dgm:pt modelId="{9392F132-7334-4206-85CD-5434E3548B9B}" type="sibTrans" cxnId="{62DE736C-C251-4A95-8A82-CA0F95987558}">
      <dgm:prSet/>
      <dgm:spPr/>
      <dgm:t>
        <a:bodyPr/>
        <a:lstStyle/>
        <a:p>
          <a:endParaRPr lang="en-IN"/>
        </a:p>
      </dgm:t>
    </dgm:pt>
    <dgm:pt modelId="{B6EBF955-9F6D-4757-BF58-C7ED594250B3}">
      <dgm:prSet/>
      <dgm:spPr>
        <a:solidFill>
          <a:schemeClr val="accent5">
            <a:lumMod val="40000"/>
            <a:lumOff val="60000"/>
          </a:schemeClr>
        </a:solidFill>
      </dgm:spPr>
      <dgm:t>
        <a:bodyPr/>
        <a:lstStyle/>
        <a:p>
          <a:r>
            <a:rPr lang="en-IN" b="1"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Automation Helps</a:t>
          </a:r>
          <a:r>
            <a:rPr lang="en-IN"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 SQL procedures ensure fair seat allocation.</a:t>
          </a:r>
        </a:p>
      </dgm:t>
    </dgm:pt>
    <dgm:pt modelId="{86B71C84-C00D-4096-A80C-F1880CD3234C}" type="parTrans" cxnId="{E5BADDEA-817D-45C9-BF84-93CB8962F829}">
      <dgm:prSet/>
      <dgm:spPr/>
      <dgm:t>
        <a:bodyPr/>
        <a:lstStyle/>
        <a:p>
          <a:endParaRPr lang="en-IN"/>
        </a:p>
      </dgm:t>
    </dgm:pt>
    <dgm:pt modelId="{1B1F9098-026E-4454-93BA-D890B4644471}" type="sibTrans" cxnId="{E5BADDEA-817D-45C9-BF84-93CB8962F829}">
      <dgm:prSet/>
      <dgm:spPr/>
      <dgm:t>
        <a:bodyPr/>
        <a:lstStyle/>
        <a:p>
          <a:endParaRPr lang="en-IN"/>
        </a:p>
      </dgm:t>
    </dgm:pt>
    <dgm:pt modelId="{63034187-D66A-4338-BE00-078DAA41AE9C}">
      <dgm:prSet/>
      <dgm:spPr>
        <a:solidFill>
          <a:schemeClr val="accent5">
            <a:lumMod val="40000"/>
            <a:lumOff val="60000"/>
          </a:schemeClr>
        </a:solidFill>
      </dgm:spPr>
      <dgm:t>
        <a:bodyPr/>
        <a:lstStyle/>
        <a:p>
          <a:r>
            <a:rPr lang="en-IN" b="1"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Real-Time Data Matters</a:t>
          </a:r>
          <a:r>
            <a:rPr lang="en-IN"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 Live updates improve customer trust.</a:t>
          </a:r>
        </a:p>
      </dgm:t>
    </dgm:pt>
    <dgm:pt modelId="{4FFBFE63-AA42-4735-AF55-68BFB0D13DE5}" type="parTrans" cxnId="{85DE8E0C-332B-4DF8-94D3-7DBAA0C4C1A5}">
      <dgm:prSet/>
      <dgm:spPr/>
      <dgm:t>
        <a:bodyPr/>
        <a:lstStyle/>
        <a:p>
          <a:endParaRPr lang="en-IN"/>
        </a:p>
      </dgm:t>
    </dgm:pt>
    <dgm:pt modelId="{5D5375CE-B4E3-4852-971E-A3B172806A24}" type="sibTrans" cxnId="{85DE8E0C-332B-4DF8-94D3-7DBAA0C4C1A5}">
      <dgm:prSet/>
      <dgm:spPr/>
      <dgm:t>
        <a:bodyPr/>
        <a:lstStyle/>
        <a:p>
          <a:endParaRPr lang="en-IN"/>
        </a:p>
      </dgm:t>
    </dgm:pt>
    <dgm:pt modelId="{BE0F4B37-8BDD-4804-BCFF-4C6EF96CD07B}">
      <dgm:prSet/>
      <dgm:spPr>
        <a:solidFill>
          <a:schemeClr val="accent5">
            <a:lumMod val="40000"/>
            <a:lumOff val="60000"/>
          </a:schemeClr>
        </a:solidFill>
      </dgm:spPr>
      <dgm:t>
        <a:bodyPr/>
        <a:lstStyle/>
        <a:p>
          <a:r>
            <a:rPr lang="en-IN" b="1"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Security First</a:t>
          </a:r>
          <a:r>
            <a:rPr lang="en-IN"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 Safe queries, encryption, and fraud control.</a:t>
          </a:r>
        </a:p>
      </dgm:t>
    </dgm:pt>
    <dgm:pt modelId="{2F3CBC7E-04E4-4723-BC61-9181BDB8F3A7}" type="parTrans" cxnId="{0EED22A8-A61F-4ECE-80F5-597E983B3DEA}">
      <dgm:prSet/>
      <dgm:spPr/>
      <dgm:t>
        <a:bodyPr/>
        <a:lstStyle/>
        <a:p>
          <a:endParaRPr lang="en-IN"/>
        </a:p>
      </dgm:t>
    </dgm:pt>
    <dgm:pt modelId="{E58F8E10-C3C3-4866-AB73-3E3B3F12E0BF}" type="sibTrans" cxnId="{0EED22A8-A61F-4ECE-80F5-597E983B3DEA}">
      <dgm:prSet/>
      <dgm:spPr/>
      <dgm:t>
        <a:bodyPr/>
        <a:lstStyle/>
        <a:p>
          <a:endParaRPr lang="en-IN"/>
        </a:p>
      </dgm:t>
    </dgm:pt>
    <dgm:pt modelId="{11C7E57F-5C84-4B65-86D5-EA2534D474B6}">
      <dgm:prSet/>
      <dgm:spPr>
        <a:solidFill>
          <a:schemeClr val="accent5">
            <a:lumMod val="40000"/>
            <a:lumOff val="60000"/>
          </a:schemeClr>
        </a:solidFill>
      </dgm:spPr>
      <dgm:t>
        <a:bodyPr/>
        <a:lstStyle/>
        <a:p>
          <a:r>
            <a:rPr lang="en-IN" b="1"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Integration with Tools</a:t>
          </a:r>
          <a:r>
            <a:rPr lang="en-IN"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 SQL  + BI tools = smarter decisions.</a:t>
          </a:r>
        </a:p>
      </dgm:t>
    </dgm:pt>
    <dgm:pt modelId="{BF53D06D-5D46-47C7-BE7D-46E68FA15B65}" type="parTrans" cxnId="{42C4847D-9156-4C1C-AEB2-CE0AF3D6DE47}">
      <dgm:prSet/>
      <dgm:spPr/>
      <dgm:t>
        <a:bodyPr/>
        <a:lstStyle/>
        <a:p>
          <a:endParaRPr lang="en-IN"/>
        </a:p>
      </dgm:t>
    </dgm:pt>
    <dgm:pt modelId="{C88B28F8-BAA1-4A3A-A4B5-5880E46C932E}" type="sibTrans" cxnId="{42C4847D-9156-4C1C-AEB2-CE0AF3D6DE47}">
      <dgm:prSet/>
      <dgm:spPr/>
      <dgm:t>
        <a:bodyPr/>
        <a:lstStyle/>
        <a:p>
          <a:endParaRPr lang="en-IN"/>
        </a:p>
      </dgm:t>
    </dgm:pt>
    <dgm:pt modelId="{6CFA8001-8FD7-41EC-8CEE-CC0360A36C6A}" type="pres">
      <dgm:prSet presAssocID="{279A882D-1394-4494-BD1D-134D84E1B563}" presName="linear" presStyleCnt="0">
        <dgm:presLayoutVars>
          <dgm:dir/>
          <dgm:animLvl val="lvl"/>
          <dgm:resizeHandles val="exact"/>
        </dgm:presLayoutVars>
      </dgm:prSet>
      <dgm:spPr/>
    </dgm:pt>
    <dgm:pt modelId="{95D14AEF-6D45-4B48-82DA-30095D292363}" type="pres">
      <dgm:prSet presAssocID="{C73CBFA1-DCB2-4B1E-B058-D9BAF819CE45}" presName="parentLin" presStyleCnt="0"/>
      <dgm:spPr/>
    </dgm:pt>
    <dgm:pt modelId="{4E352AB7-B2B6-48B7-A11B-96D957D9F2D8}" type="pres">
      <dgm:prSet presAssocID="{C73CBFA1-DCB2-4B1E-B058-D9BAF819CE45}" presName="parentLeftMargin" presStyleLbl="node1" presStyleIdx="0" presStyleCnt="5"/>
      <dgm:spPr/>
    </dgm:pt>
    <dgm:pt modelId="{E0E15481-CC42-4555-9A04-97CDF309A22B}" type="pres">
      <dgm:prSet presAssocID="{C73CBFA1-DCB2-4B1E-B058-D9BAF819CE45}" presName="parentText" presStyleLbl="node1" presStyleIdx="0" presStyleCnt="5">
        <dgm:presLayoutVars>
          <dgm:chMax val="0"/>
          <dgm:bulletEnabled val="1"/>
        </dgm:presLayoutVars>
      </dgm:prSet>
      <dgm:spPr/>
    </dgm:pt>
    <dgm:pt modelId="{68E62539-ABB9-45AC-BD95-0D9B7512C35E}" type="pres">
      <dgm:prSet presAssocID="{C73CBFA1-DCB2-4B1E-B058-D9BAF819CE45}" presName="negativeSpace" presStyleCnt="0"/>
      <dgm:spPr/>
    </dgm:pt>
    <dgm:pt modelId="{53678AFC-3B39-40A7-ACBA-AB4AC309F0C1}" type="pres">
      <dgm:prSet presAssocID="{C73CBFA1-DCB2-4B1E-B058-D9BAF819CE45}" presName="childText" presStyleLbl="conFgAcc1" presStyleIdx="0" presStyleCnt="5" custLinFactY="24100" custLinFactNeighborX="-3250" custLinFactNeighborY="100000">
        <dgm:presLayoutVars>
          <dgm:bulletEnabled val="1"/>
        </dgm:presLayoutVars>
      </dgm:prSet>
      <dgm:spPr/>
    </dgm:pt>
    <dgm:pt modelId="{02EF5C87-62C5-42CE-98D4-56DD4139E2B9}" type="pres">
      <dgm:prSet presAssocID="{9392F132-7334-4206-85CD-5434E3548B9B}" presName="spaceBetweenRectangles" presStyleCnt="0"/>
      <dgm:spPr/>
    </dgm:pt>
    <dgm:pt modelId="{8D573452-3CE0-44FB-AC46-480F68A633B4}" type="pres">
      <dgm:prSet presAssocID="{B6EBF955-9F6D-4757-BF58-C7ED594250B3}" presName="parentLin" presStyleCnt="0"/>
      <dgm:spPr/>
    </dgm:pt>
    <dgm:pt modelId="{071DD53B-3352-4F58-B729-B1A88DBC84F5}" type="pres">
      <dgm:prSet presAssocID="{B6EBF955-9F6D-4757-BF58-C7ED594250B3}" presName="parentLeftMargin" presStyleLbl="node1" presStyleIdx="0" presStyleCnt="5"/>
      <dgm:spPr/>
    </dgm:pt>
    <dgm:pt modelId="{78DA88BF-FEBE-4B1A-A543-FFBEC0292C6B}" type="pres">
      <dgm:prSet presAssocID="{B6EBF955-9F6D-4757-BF58-C7ED594250B3}" presName="parentText" presStyleLbl="node1" presStyleIdx="1" presStyleCnt="5">
        <dgm:presLayoutVars>
          <dgm:chMax val="0"/>
          <dgm:bulletEnabled val="1"/>
        </dgm:presLayoutVars>
      </dgm:prSet>
      <dgm:spPr/>
    </dgm:pt>
    <dgm:pt modelId="{53E6FC31-9D68-4ADC-B5D0-BDF4381E3B6D}" type="pres">
      <dgm:prSet presAssocID="{B6EBF955-9F6D-4757-BF58-C7ED594250B3}" presName="negativeSpace" presStyleCnt="0"/>
      <dgm:spPr/>
    </dgm:pt>
    <dgm:pt modelId="{470FBAAA-765F-448E-A7BD-A843D268E862}" type="pres">
      <dgm:prSet presAssocID="{B6EBF955-9F6D-4757-BF58-C7ED594250B3}" presName="childText" presStyleLbl="conFgAcc1" presStyleIdx="1" presStyleCnt="5">
        <dgm:presLayoutVars>
          <dgm:bulletEnabled val="1"/>
        </dgm:presLayoutVars>
      </dgm:prSet>
      <dgm:spPr/>
    </dgm:pt>
    <dgm:pt modelId="{7AC31BFC-E119-4175-820C-CED5A9B1DDF9}" type="pres">
      <dgm:prSet presAssocID="{1B1F9098-026E-4454-93BA-D890B4644471}" presName="spaceBetweenRectangles" presStyleCnt="0"/>
      <dgm:spPr/>
    </dgm:pt>
    <dgm:pt modelId="{6A826154-7AFD-493A-8B92-315C089CC4A1}" type="pres">
      <dgm:prSet presAssocID="{63034187-D66A-4338-BE00-078DAA41AE9C}" presName="parentLin" presStyleCnt="0"/>
      <dgm:spPr/>
    </dgm:pt>
    <dgm:pt modelId="{BFC13A0C-DEEE-4126-975E-3FC4DFC2B2CA}" type="pres">
      <dgm:prSet presAssocID="{63034187-D66A-4338-BE00-078DAA41AE9C}" presName="parentLeftMargin" presStyleLbl="node1" presStyleIdx="1" presStyleCnt="5"/>
      <dgm:spPr/>
    </dgm:pt>
    <dgm:pt modelId="{187D4383-9FA4-4500-A7A7-67C979C3AAF3}" type="pres">
      <dgm:prSet presAssocID="{63034187-D66A-4338-BE00-078DAA41AE9C}" presName="parentText" presStyleLbl="node1" presStyleIdx="2" presStyleCnt="5">
        <dgm:presLayoutVars>
          <dgm:chMax val="0"/>
          <dgm:bulletEnabled val="1"/>
        </dgm:presLayoutVars>
      </dgm:prSet>
      <dgm:spPr/>
    </dgm:pt>
    <dgm:pt modelId="{002B34F5-6BBD-4F30-A4B2-12F06B882AF5}" type="pres">
      <dgm:prSet presAssocID="{63034187-D66A-4338-BE00-078DAA41AE9C}" presName="negativeSpace" presStyleCnt="0"/>
      <dgm:spPr/>
    </dgm:pt>
    <dgm:pt modelId="{91CD4D0E-EBDF-4831-BFDD-B2FA8AEB301E}" type="pres">
      <dgm:prSet presAssocID="{63034187-D66A-4338-BE00-078DAA41AE9C}" presName="childText" presStyleLbl="conFgAcc1" presStyleIdx="2" presStyleCnt="5">
        <dgm:presLayoutVars>
          <dgm:bulletEnabled val="1"/>
        </dgm:presLayoutVars>
      </dgm:prSet>
      <dgm:spPr/>
    </dgm:pt>
    <dgm:pt modelId="{EC77277A-FD6F-4439-8B91-20B8ACE9213A}" type="pres">
      <dgm:prSet presAssocID="{5D5375CE-B4E3-4852-971E-A3B172806A24}" presName="spaceBetweenRectangles" presStyleCnt="0"/>
      <dgm:spPr/>
    </dgm:pt>
    <dgm:pt modelId="{6C6B556E-2759-4CFA-AEC3-96A7AD9C7E12}" type="pres">
      <dgm:prSet presAssocID="{BE0F4B37-8BDD-4804-BCFF-4C6EF96CD07B}" presName="parentLin" presStyleCnt="0"/>
      <dgm:spPr/>
    </dgm:pt>
    <dgm:pt modelId="{9CD25E40-AD2C-42AE-905C-25B45DF9BFE6}" type="pres">
      <dgm:prSet presAssocID="{BE0F4B37-8BDD-4804-BCFF-4C6EF96CD07B}" presName="parentLeftMargin" presStyleLbl="node1" presStyleIdx="2" presStyleCnt="5"/>
      <dgm:spPr/>
    </dgm:pt>
    <dgm:pt modelId="{671BFABD-7C8C-470F-83BD-906EED078256}" type="pres">
      <dgm:prSet presAssocID="{BE0F4B37-8BDD-4804-BCFF-4C6EF96CD07B}" presName="parentText" presStyleLbl="node1" presStyleIdx="3" presStyleCnt="5">
        <dgm:presLayoutVars>
          <dgm:chMax val="0"/>
          <dgm:bulletEnabled val="1"/>
        </dgm:presLayoutVars>
      </dgm:prSet>
      <dgm:spPr/>
    </dgm:pt>
    <dgm:pt modelId="{C7351B7D-30FF-4E3D-BAD7-E4EF2F8E9ECC}" type="pres">
      <dgm:prSet presAssocID="{BE0F4B37-8BDD-4804-BCFF-4C6EF96CD07B}" presName="negativeSpace" presStyleCnt="0"/>
      <dgm:spPr/>
    </dgm:pt>
    <dgm:pt modelId="{884B22FF-23BD-4F1B-B7D1-5DC21A44EF71}" type="pres">
      <dgm:prSet presAssocID="{BE0F4B37-8BDD-4804-BCFF-4C6EF96CD07B}" presName="childText" presStyleLbl="conFgAcc1" presStyleIdx="3" presStyleCnt="5">
        <dgm:presLayoutVars>
          <dgm:bulletEnabled val="1"/>
        </dgm:presLayoutVars>
      </dgm:prSet>
      <dgm:spPr/>
    </dgm:pt>
    <dgm:pt modelId="{043F0444-CBCE-4660-B036-01229E0F040C}" type="pres">
      <dgm:prSet presAssocID="{E58F8E10-C3C3-4866-AB73-3E3B3F12E0BF}" presName="spaceBetweenRectangles" presStyleCnt="0"/>
      <dgm:spPr/>
    </dgm:pt>
    <dgm:pt modelId="{2157BF25-8163-437B-98D5-1A1152B37445}" type="pres">
      <dgm:prSet presAssocID="{11C7E57F-5C84-4B65-86D5-EA2534D474B6}" presName="parentLin" presStyleCnt="0"/>
      <dgm:spPr/>
    </dgm:pt>
    <dgm:pt modelId="{A753600B-2439-4031-AFD2-DE330B02E344}" type="pres">
      <dgm:prSet presAssocID="{11C7E57F-5C84-4B65-86D5-EA2534D474B6}" presName="parentLeftMargin" presStyleLbl="node1" presStyleIdx="3" presStyleCnt="5"/>
      <dgm:spPr/>
    </dgm:pt>
    <dgm:pt modelId="{3A62D5DF-5C27-4AC0-83F9-AF17EED9A9A7}" type="pres">
      <dgm:prSet presAssocID="{11C7E57F-5C84-4B65-86D5-EA2534D474B6}" presName="parentText" presStyleLbl="node1" presStyleIdx="4" presStyleCnt="5">
        <dgm:presLayoutVars>
          <dgm:chMax val="0"/>
          <dgm:bulletEnabled val="1"/>
        </dgm:presLayoutVars>
      </dgm:prSet>
      <dgm:spPr/>
    </dgm:pt>
    <dgm:pt modelId="{8BCC3D37-629E-45FF-AC63-9F461C3F2C7B}" type="pres">
      <dgm:prSet presAssocID="{11C7E57F-5C84-4B65-86D5-EA2534D474B6}" presName="negativeSpace" presStyleCnt="0"/>
      <dgm:spPr/>
    </dgm:pt>
    <dgm:pt modelId="{084B9DD7-D7AF-47DB-8E26-4FF0C8049BD1}" type="pres">
      <dgm:prSet presAssocID="{11C7E57F-5C84-4B65-86D5-EA2534D474B6}" presName="childText" presStyleLbl="conFgAcc1" presStyleIdx="4" presStyleCnt="5">
        <dgm:presLayoutVars>
          <dgm:bulletEnabled val="1"/>
        </dgm:presLayoutVars>
      </dgm:prSet>
      <dgm:spPr/>
    </dgm:pt>
  </dgm:ptLst>
  <dgm:cxnLst>
    <dgm:cxn modelId="{85DE8E0C-332B-4DF8-94D3-7DBAA0C4C1A5}" srcId="{279A882D-1394-4494-BD1D-134D84E1B563}" destId="{63034187-D66A-4338-BE00-078DAA41AE9C}" srcOrd="2" destOrd="0" parTransId="{4FFBFE63-AA42-4735-AF55-68BFB0D13DE5}" sibTransId="{5D5375CE-B4E3-4852-971E-A3B172806A24}"/>
    <dgm:cxn modelId="{3330392D-1BEC-4129-A44C-EE4694657DD3}" type="presOf" srcId="{11C7E57F-5C84-4B65-86D5-EA2534D474B6}" destId="{A753600B-2439-4031-AFD2-DE330B02E344}" srcOrd="0" destOrd="0" presId="urn:microsoft.com/office/officeart/2005/8/layout/list1"/>
    <dgm:cxn modelId="{FA3CC564-D835-4BEC-897D-E83ED7038FA5}" type="presOf" srcId="{63034187-D66A-4338-BE00-078DAA41AE9C}" destId="{BFC13A0C-DEEE-4126-975E-3FC4DFC2B2CA}" srcOrd="0" destOrd="0" presId="urn:microsoft.com/office/officeart/2005/8/layout/list1"/>
    <dgm:cxn modelId="{62DE736C-C251-4A95-8A82-CA0F95987558}" srcId="{279A882D-1394-4494-BD1D-134D84E1B563}" destId="{C73CBFA1-DCB2-4B1E-B058-D9BAF819CE45}" srcOrd="0" destOrd="0" parTransId="{2D975448-1B8D-4202-B765-74D05D1ECCAB}" sibTransId="{9392F132-7334-4206-85CD-5434E3548B9B}"/>
    <dgm:cxn modelId="{7F006D4D-93BF-415E-97ED-851DCE969BAC}" type="presOf" srcId="{11C7E57F-5C84-4B65-86D5-EA2534D474B6}" destId="{3A62D5DF-5C27-4AC0-83F9-AF17EED9A9A7}" srcOrd="1" destOrd="0" presId="urn:microsoft.com/office/officeart/2005/8/layout/list1"/>
    <dgm:cxn modelId="{E89E976F-B0A0-4F9A-91B1-D91CE3889958}" type="presOf" srcId="{C73CBFA1-DCB2-4B1E-B058-D9BAF819CE45}" destId="{E0E15481-CC42-4555-9A04-97CDF309A22B}" srcOrd="1" destOrd="0" presId="urn:microsoft.com/office/officeart/2005/8/layout/list1"/>
    <dgm:cxn modelId="{42C4847D-9156-4C1C-AEB2-CE0AF3D6DE47}" srcId="{279A882D-1394-4494-BD1D-134D84E1B563}" destId="{11C7E57F-5C84-4B65-86D5-EA2534D474B6}" srcOrd="4" destOrd="0" parTransId="{BF53D06D-5D46-47C7-BE7D-46E68FA15B65}" sibTransId="{C88B28F8-BAA1-4A3A-A4B5-5880E46C932E}"/>
    <dgm:cxn modelId="{0EED22A8-A61F-4ECE-80F5-597E983B3DEA}" srcId="{279A882D-1394-4494-BD1D-134D84E1B563}" destId="{BE0F4B37-8BDD-4804-BCFF-4C6EF96CD07B}" srcOrd="3" destOrd="0" parTransId="{2F3CBC7E-04E4-4723-BC61-9181BDB8F3A7}" sibTransId="{E58F8E10-C3C3-4866-AB73-3E3B3F12E0BF}"/>
    <dgm:cxn modelId="{FC514ABE-ADD6-4B5D-9E1A-07BA4B81FCCE}" type="presOf" srcId="{B6EBF955-9F6D-4757-BF58-C7ED594250B3}" destId="{78DA88BF-FEBE-4B1A-A543-FFBEC0292C6B}" srcOrd="1" destOrd="0" presId="urn:microsoft.com/office/officeart/2005/8/layout/list1"/>
    <dgm:cxn modelId="{04DCD8BF-FF8B-4FA4-85AE-5F492BE63B00}" type="presOf" srcId="{279A882D-1394-4494-BD1D-134D84E1B563}" destId="{6CFA8001-8FD7-41EC-8CEE-CC0360A36C6A}" srcOrd="0" destOrd="0" presId="urn:microsoft.com/office/officeart/2005/8/layout/list1"/>
    <dgm:cxn modelId="{4F7654C2-94B7-4C72-A977-B6461D8536B3}" type="presOf" srcId="{C73CBFA1-DCB2-4B1E-B058-D9BAF819CE45}" destId="{4E352AB7-B2B6-48B7-A11B-96D957D9F2D8}" srcOrd="0" destOrd="0" presId="urn:microsoft.com/office/officeart/2005/8/layout/list1"/>
    <dgm:cxn modelId="{9382A1C9-DE8E-467B-B1BC-AED76A99CEE8}" type="presOf" srcId="{63034187-D66A-4338-BE00-078DAA41AE9C}" destId="{187D4383-9FA4-4500-A7A7-67C979C3AAF3}" srcOrd="1" destOrd="0" presId="urn:microsoft.com/office/officeart/2005/8/layout/list1"/>
    <dgm:cxn modelId="{E33C5DD4-CB05-4658-A39C-BDF543006F86}" type="presOf" srcId="{BE0F4B37-8BDD-4804-BCFF-4C6EF96CD07B}" destId="{671BFABD-7C8C-470F-83BD-906EED078256}" srcOrd="1" destOrd="0" presId="urn:microsoft.com/office/officeart/2005/8/layout/list1"/>
    <dgm:cxn modelId="{8E1DFAD6-4886-4BB0-A598-131913EF6A28}" type="presOf" srcId="{B6EBF955-9F6D-4757-BF58-C7ED594250B3}" destId="{071DD53B-3352-4F58-B729-B1A88DBC84F5}" srcOrd="0" destOrd="0" presId="urn:microsoft.com/office/officeart/2005/8/layout/list1"/>
    <dgm:cxn modelId="{4B7C51E0-2D0F-413B-8613-41B285243B9B}" type="presOf" srcId="{BE0F4B37-8BDD-4804-BCFF-4C6EF96CD07B}" destId="{9CD25E40-AD2C-42AE-905C-25B45DF9BFE6}" srcOrd="0" destOrd="0" presId="urn:microsoft.com/office/officeart/2005/8/layout/list1"/>
    <dgm:cxn modelId="{E5BADDEA-817D-45C9-BF84-93CB8962F829}" srcId="{279A882D-1394-4494-BD1D-134D84E1B563}" destId="{B6EBF955-9F6D-4757-BF58-C7ED594250B3}" srcOrd="1" destOrd="0" parTransId="{86B71C84-C00D-4096-A80C-F1880CD3234C}" sibTransId="{1B1F9098-026E-4454-93BA-D890B4644471}"/>
    <dgm:cxn modelId="{B39F13A9-494F-43D5-9ACA-AACCEEC45090}" type="presParOf" srcId="{6CFA8001-8FD7-41EC-8CEE-CC0360A36C6A}" destId="{95D14AEF-6D45-4B48-82DA-30095D292363}" srcOrd="0" destOrd="0" presId="urn:microsoft.com/office/officeart/2005/8/layout/list1"/>
    <dgm:cxn modelId="{98AAE0BB-5A96-4F45-AD14-949BD5376DD8}" type="presParOf" srcId="{95D14AEF-6D45-4B48-82DA-30095D292363}" destId="{4E352AB7-B2B6-48B7-A11B-96D957D9F2D8}" srcOrd="0" destOrd="0" presId="urn:microsoft.com/office/officeart/2005/8/layout/list1"/>
    <dgm:cxn modelId="{1A5DA835-31E0-4969-8466-1A166B3BB610}" type="presParOf" srcId="{95D14AEF-6D45-4B48-82DA-30095D292363}" destId="{E0E15481-CC42-4555-9A04-97CDF309A22B}" srcOrd="1" destOrd="0" presId="urn:microsoft.com/office/officeart/2005/8/layout/list1"/>
    <dgm:cxn modelId="{C59CAC59-C13C-41BF-950D-96957BC515E3}" type="presParOf" srcId="{6CFA8001-8FD7-41EC-8CEE-CC0360A36C6A}" destId="{68E62539-ABB9-45AC-BD95-0D9B7512C35E}" srcOrd="1" destOrd="0" presId="urn:microsoft.com/office/officeart/2005/8/layout/list1"/>
    <dgm:cxn modelId="{789BB889-67B8-419C-B20A-05AF3616C0D5}" type="presParOf" srcId="{6CFA8001-8FD7-41EC-8CEE-CC0360A36C6A}" destId="{53678AFC-3B39-40A7-ACBA-AB4AC309F0C1}" srcOrd="2" destOrd="0" presId="urn:microsoft.com/office/officeart/2005/8/layout/list1"/>
    <dgm:cxn modelId="{D7FD3348-060C-4FAC-84D2-102645066B95}" type="presParOf" srcId="{6CFA8001-8FD7-41EC-8CEE-CC0360A36C6A}" destId="{02EF5C87-62C5-42CE-98D4-56DD4139E2B9}" srcOrd="3" destOrd="0" presId="urn:microsoft.com/office/officeart/2005/8/layout/list1"/>
    <dgm:cxn modelId="{AD045C68-556D-49AF-AFBB-108DC1A00D77}" type="presParOf" srcId="{6CFA8001-8FD7-41EC-8CEE-CC0360A36C6A}" destId="{8D573452-3CE0-44FB-AC46-480F68A633B4}" srcOrd="4" destOrd="0" presId="urn:microsoft.com/office/officeart/2005/8/layout/list1"/>
    <dgm:cxn modelId="{0D011550-30B0-4314-962C-2834715FB470}" type="presParOf" srcId="{8D573452-3CE0-44FB-AC46-480F68A633B4}" destId="{071DD53B-3352-4F58-B729-B1A88DBC84F5}" srcOrd="0" destOrd="0" presId="urn:microsoft.com/office/officeart/2005/8/layout/list1"/>
    <dgm:cxn modelId="{9BD2D292-C7BF-4F4F-AA5A-E9C755FBAD63}" type="presParOf" srcId="{8D573452-3CE0-44FB-AC46-480F68A633B4}" destId="{78DA88BF-FEBE-4B1A-A543-FFBEC0292C6B}" srcOrd="1" destOrd="0" presId="urn:microsoft.com/office/officeart/2005/8/layout/list1"/>
    <dgm:cxn modelId="{2465F211-A431-4503-A5E6-D602CA24C1E5}" type="presParOf" srcId="{6CFA8001-8FD7-41EC-8CEE-CC0360A36C6A}" destId="{53E6FC31-9D68-4ADC-B5D0-BDF4381E3B6D}" srcOrd="5" destOrd="0" presId="urn:microsoft.com/office/officeart/2005/8/layout/list1"/>
    <dgm:cxn modelId="{1FC5F20A-1878-4CCC-AECB-6906C8DE0253}" type="presParOf" srcId="{6CFA8001-8FD7-41EC-8CEE-CC0360A36C6A}" destId="{470FBAAA-765F-448E-A7BD-A843D268E862}" srcOrd="6" destOrd="0" presId="urn:microsoft.com/office/officeart/2005/8/layout/list1"/>
    <dgm:cxn modelId="{FC5B937B-BB43-409E-AEAA-CA2FB01B9322}" type="presParOf" srcId="{6CFA8001-8FD7-41EC-8CEE-CC0360A36C6A}" destId="{7AC31BFC-E119-4175-820C-CED5A9B1DDF9}" srcOrd="7" destOrd="0" presId="urn:microsoft.com/office/officeart/2005/8/layout/list1"/>
    <dgm:cxn modelId="{0424152C-5FCB-42E1-BDF2-53BB9F6A624A}" type="presParOf" srcId="{6CFA8001-8FD7-41EC-8CEE-CC0360A36C6A}" destId="{6A826154-7AFD-493A-8B92-315C089CC4A1}" srcOrd="8" destOrd="0" presId="urn:microsoft.com/office/officeart/2005/8/layout/list1"/>
    <dgm:cxn modelId="{BCF3AE0E-4CA8-4FFD-9D7D-A056A0FEED7A}" type="presParOf" srcId="{6A826154-7AFD-493A-8B92-315C089CC4A1}" destId="{BFC13A0C-DEEE-4126-975E-3FC4DFC2B2CA}" srcOrd="0" destOrd="0" presId="urn:microsoft.com/office/officeart/2005/8/layout/list1"/>
    <dgm:cxn modelId="{188320BB-5BCC-45D2-B2B9-5852FB6FCD59}" type="presParOf" srcId="{6A826154-7AFD-493A-8B92-315C089CC4A1}" destId="{187D4383-9FA4-4500-A7A7-67C979C3AAF3}" srcOrd="1" destOrd="0" presId="urn:microsoft.com/office/officeart/2005/8/layout/list1"/>
    <dgm:cxn modelId="{6334D5AF-A2D2-41F0-9218-9861630F8D46}" type="presParOf" srcId="{6CFA8001-8FD7-41EC-8CEE-CC0360A36C6A}" destId="{002B34F5-6BBD-4F30-A4B2-12F06B882AF5}" srcOrd="9" destOrd="0" presId="urn:microsoft.com/office/officeart/2005/8/layout/list1"/>
    <dgm:cxn modelId="{FD346C4A-4ACF-4E0E-9357-064A11FAF421}" type="presParOf" srcId="{6CFA8001-8FD7-41EC-8CEE-CC0360A36C6A}" destId="{91CD4D0E-EBDF-4831-BFDD-B2FA8AEB301E}" srcOrd="10" destOrd="0" presId="urn:microsoft.com/office/officeart/2005/8/layout/list1"/>
    <dgm:cxn modelId="{9F7813F0-B217-4605-A316-6E0FDB1CD6DF}" type="presParOf" srcId="{6CFA8001-8FD7-41EC-8CEE-CC0360A36C6A}" destId="{EC77277A-FD6F-4439-8B91-20B8ACE9213A}" srcOrd="11" destOrd="0" presId="urn:microsoft.com/office/officeart/2005/8/layout/list1"/>
    <dgm:cxn modelId="{F789DC75-61DA-44B7-94E7-CF69EB7AD678}" type="presParOf" srcId="{6CFA8001-8FD7-41EC-8CEE-CC0360A36C6A}" destId="{6C6B556E-2759-4CFA-AEC3-96A7AD9C7E12}" srcOrd="12" destOrd="0" presId="urn:microsoft.com/office/officeart/2005/8/layout/list1"/>
    <dgm:cxn modelId="{9822C616-1C35-4A94-8396-D9A5F2AE6661}" type="presParOf" srcId="{6C6B556E-2759-4CFA-AEC3-96A7AD9C7E12}" destId="{9CD25E40-AD2C-42AE-905C-25B45DF9BFE6}" srcOrd="0" destOrd="0" presId="urn:microsoft.com/office/officeart/2005/8/layout/list1"/>
    <dgm:cxn modelId="{CEA4BA1A-5A23-40CC-ACE9-9878FBFFE661}" type="presParOf" srcId="{6C6B556E-2759-4CFA-AEC3-96A7AD9C7E12}" destId="{671BFABD-7C8C-470F-83BD-906EED078256}" srcOrd="1" destOrd="0" presId="urn:microsoft.com/office/officeart/2005/8/layout/list1"/>
    <dgm:cxn modelId="{D0E75289-FB69-4BF1-93DD-3B9AC926C398}" type="presParOf" srcId="{6CFA8001-8FD7-41EC-8CEE-CC0360A36C6A}" destId="{C7351B7D-30FF-4E3D-BAD7-E4EF2F8E9ECC}" srcOrd="13" destOrd="0" presId="urn:microsoft.com/office/officeart/2005/8/layout/list1"/>
    <dgm:cxn modelId="{2D607AF4-476A-4BA6-B4D9-8270E03EAAB8}" type="presParOf" srcId="{6CFA8001-8FD7-41EC-8CEE-CC0360A36C6A}" destId="{884B22FF-23BD-4F1B-B7D1-5DC21A44EF71}" srcOrd="14" destOrd="0" presId="urn:microsoft.com/office/officeart/2005/8/layout/list1"/>
    <dgm:cxn modelId="{1996D880-FB9F-484C-9278-11076250443F}" type="presParOf" srcId="{6CFA8001-8FD7-41EC-8CEE-CC0360A36C6A}" destId="{043F0444-CBCE-4660-B036-01229E0F040C}" srcOrd="15" destOrd="0" presId="urn:microsoft.com/office/officeart/2005/8/layout/list1"/>
    <dgm:cxn modelId="{6FF32D88-284C-446C-8517-41036693E426}" type="presParOf" srcId="{6CFA8001-8FD7-41EC-8CEE-CC0360A36C6A}" destId="{2157BF25-8163-437B-98D5-1A1152B37445}" srcOrd="16" destOrd="0" presId="urn:microsoft.com/office/officeart/2005/8/layout/list1"/>
    <dgm:cxn modelId="{114F9E1D-E095-4215-B011-98E7314F0101}" type="presParOf" srcId="{2157BF25-8163-437B-98D5-1A1152B37445}" destId="{A753600B-2439-4031-AFD2-DE330B02E344}" srcOrd="0" destOrd="0" presId="urn:microsoft.com/office/officeart/2005/8/layout/list1"/>
    <dgm:cxn modelId="{C7E454D8-41C6-4BC2-AB52-31542405BB5E}" type="presParOf" srcId="{2157BF25-8163-437B-98D5-1A1152B37445}" destId="{3A62D5DF-5C27-4AC0-83F9-AF17EED9A9A7}" srcOrd="1" destOrd="0" presId="urn:microsoft.com/office/officeart/2005/8/layout/list1"/>
    <dgm:cxn modelId="{68B1A4A4-03DA-4E49-8D36-EA8B07849425}" type="presParOf" srcId="{6CFA8001-8FD7-41EC-8CEE-CC0360A36C6A}" destId="{8BCC3D37-629E-45FF-AC63-9F461C3F2C7B}" srcOrd="17" destOrd="0" presId="urn:microsoft.com/office/officeart/2005/8/layout/list1"/>
    <dgm:cxn modelId="{55800586-773C-421F-BF13-D07C9D61707B}" type="presParOf" srcId="{6CFA8001-8FD7-41EC-8CEE-CC0360A36C6A}" destId="{084B9DD7-D7AF-47DB-8E26-4FF0C8049BD1}"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A4A7BE-C3BD-4B07-9EBE-9BC05ED3B323}">
      <dsp:nvSpPr>
        <dsp:cNvPr id="0" name=""/>
        <dsp:cNvSpPr/>
      </dsp:nvSpPr>
      <dsp:spPr>
        <a:xfrm>
          <a:off x="4632964" y="0"/>
          <a:ext cx="2926070" cy="1235483"/>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US" sz="5400" kern="1200" dirty="0">
              <a:latin typeface="Bodoni MT" panose="02070603080606020203" pitchFamily="18" charset="0"/>
            </a:rPr>
            <a:t>IRCTC</a:t>
          </a:r>
          <a:endParaRPr lang="en-IN" sz="5400" kern="1200" dirty="0">
            <a:latin typeface="Bodoni MT" panose="02070603080606020203" pitchFamily="18" charset="0"/>
          </a:endParaRPr>
        </a:p>
      </dsp:txBody>
      <dsp:txXfrm>
        <a:off x="4669150" y="36186"/>
        <a:ext cx="2853698" cy="1163111"/>
      </dsp:txXfrm>
    </dsp:sp>
    <dsp:sp modelId="{B6E9511F-2085-4FDD-AB32-BA4FB51D553A}">
      <dsp:nvSpPr>
        <dsp:cNvPr id="0" name=""/>
        <dsp:cNvSpPr/>
      </dsp:nvSpPr>
      <dsp:spPr>
        <a:xfrm>
          <a:off x="8876" y="1552437"/>
          <a:ext cx="1131856" cy="1664295"/>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PASSENGER</a:t>
          </a:r>
          <a:endParaRPr lang="en-IN" sz="1200" kern="1200" dirty="0">
            <a:latin typeface="Bodoni MT" panose="02070603080606020203" pitchFamily="18" charset="0"/>
          </a:endParaRPr>
        </a:p>
      </dsp:txBody>
      <dsp:txXfrm>
        <a:off x="42027" y="1585588"/>
        <a:ext cx="1065554" cy="1597993"/>
      </dsp:txXfrm>
    </dsp:sp>
    <dsp:sp modelId="{41985161-F56B-40C6-8EAA-0CAC1DA47242}">
      <dsp:nvSpPr>
        <dsp:cNvPr id="0" name=""/>
        <dsp:cNvSpPr/>
      </dsp:nvSpPr>
      <dsp:spPr>
        <a:xfrm>
          <a:off x="8876" y="3531105"/>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Bodoni MT" panose="02070603080606020203" pitchFamily="18" charset="0"/>
            </a:rPr>
            <a:t>Passenger_ID  </a:t>
          </a:r>
          <a:br>
            <a:rPr lang="en-US" sz="1300" kern="1200" dirty="0">
              <a:latin typeface="Bodoni MT" panose="02070603080606020203" pitchFamily="18" charset="0"/>
            </a:rPr>
          </a:br>
          <a:r>
            <a:rPr lang="en-US" sz="1300" kern="1200" dirty="0">
              <a:latin typeface="Bodoni MT" panose="02070603080606020203" pitchFamily="18" charset="0"/>
            </a:rPr>
            <a:t>Name</a:t>
          </a:r>
          <a:br>
            <a:rPr lang="en-US" sz="1300" kern="1200" dirty="0">
              <a:latin typeface="Bodoni MT" panose="02070603080606020203" pitchFamily="18" charset="0"/>
            </a:rPr>
          </a:br>
          <a:r>
            <a:rPr lang="en-US" sz="1300" kern="1200" dirty="0">
              <a:latin typeface="Bodoni MT" panose="02070603080606020203" pitchFamily="18" charset="0"/>
            </a:rPr>
            <a:t>Age</a:t>
          </a:r>
          <a:br>
            <a:rPr lang="en-US" sz="1300" kern="1200" dirty="0">
              <a:latin typeface="Bodoni MT" panose="02070603080606020203" pitchFamily="18" charset="0"/>
            </a:rPr>
          </a:br>
          <a:r>
            <a:rPr lang="en-US" sz="1300" kern="1200" dirty="0">
              <a:latin typeface="Bodoni MT" panose="02070603080606020203" pitchFamily="18" charset="0"/>
            </a:rPr>
            <a:t>Gender</a:t>
          </a:r>
          <a:br>
            <a:rPr lang="en-US" sz="1300" kern="1200" dirty="0">
              <a:latin typeface="Bodoni MT" panose="02070603080606020203" pitchFamily="18" charset="0"/>
            </a:rPr>
          </a:br>
          <a:r>
            <a:rPr lang="en-US" sz="1300" kern="1200" dirty="0">
              <a:latin typeface="Bodoni MT" panose="02070603080606020203" pitchFamily="18" charset="0"/>
            </a:rPr>
            <a:t>Contact_Number</a:t>
          </a:r>
          <a:br>
            <a:rPr lang="en-US" sz="1300" kern="1200" dirty="0">
              <a:latin typeface="Bodoni MT" panose="02070603080606020203" pitchFamily="18" charset="0"/>
            </a:rPr>
          </a:br>
          <a:r>
            <a:rPr lang="en-US" sz="1300" kern="1200" dirty="0">
              <a:latin typeface="Bodoni MT" panose="02070603080606020203" pitchFamily="18" charset="0"/>
            </a:rPr>
            <a:t>Email_ID</a:t>
          </a:r>
          <a:br>
            <a:rPr lang="en-US" sz="1300" kern="1200" dirty="0">
              <a:latin typeface="Bodoni MT" panose="02070603080606020203" pitchFamily="18" charset="0"/>
            </a:rPr>
          </a:br>
          <a:r>
            <a:rPr lang="en-US" sz="1300" kern="1200" dirty="0">
              <a:latin typeface="Bodoni MT" panose="02070603080606020203" pitchFamily="18" charset="0"/>
            </a:rPr>
            <a:t>ID_Proof</a:t>
          </a:r>
          <a:endParaRPr lang="en-IN" sz="1300" kern="1200" dirty="0">
            <a:latin typeface="Bodoni MT" panose="02070603080606020203" pitchFamily="18" charset="0"/>
          </a:endParaRPr>
        </a:p>
      </dsp:txBody>
      <dsp:txXfrm>
        <a:off x="42027" y="3564256"/>
        <a:ext cx="1065554" cy="2988348"/>
      </dsp:txXfrm>
    </dsp:sp>
    <dsp:sp modelId="{E21D2BF4-7D51-4C18-97FF-A42E60362BBD}">
      <dsp:nvSpPr>
        <dsp:cNvPr id="0" name=""/>
        <dsp:cNvSpPr/>
      </dsp:nvSpPr>
      <dsp:spPr>
        <a:xfrm>
          <a:off x="1235808" y="1552437"/>
          <a:ext cx="1131856" cy="1660324"/>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TRAIN</a:t>
          </a:r>
          <a:endParaRPr lang="en-IN" sz="1200" kern="1200" dirty="0">
            <a:latin typeface="Bodoni MT" panose="02070603080606020203" pitchFamily="18" charset="0"/>
          </a:endParaRPr>
        </a:p>
      </dsp:txBody>
      <dsp:txXfrm>
        <a:off x="1268959" y="1585588"/>
        <a:ext cx="1065554" cy="1594022"/>
      </dsp:txXfrm>
    </dsp:sp>
    <dsp:sp modelId="{8BF9AEEB-6851-40BD-AB58-3B8976D39EA2}">
      <dsp:nvSpPr>
        <dsp:cNvPr id="0" name=""/>
        <dsp:cNvSpPr/>
      </dsp:nvSpPr>
      <dsp:spPr>
        <a:xfrm>
          <a:off x="1235808" y="3527134"/>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Bodoni MT" panose="02070603080606020203" pitchFamily="18" charset="0"/>
            </a:rPr>
            <a:t>Train_ID </a:t>
          </a:r>
          <a:br>
            <a:rPr lang="en-US" sz="1300" kern="1200" dirty="0">
              <a:latin typeface="Bodoni MT" panose="02070603080606020203" pitchFamily="18" charset="0"/>
            </a:rPr>
          </a:br>
          <a:r>
            <a:rPr lang="en-US" sz="1300" kern="1200" dirty="0">
              <a:latin typeface="Bodoni MT" panose="02070603080606020203" pitchFamily="18" charset="0"/>
            </a:rPr>
            <a:t>Train_Name</a:t>
          </a:r>
          <a:br>
            <a:rPr lang="en-US" sz="1300" kern="1200" dirty="0">
              <a:latin typeface="Bodoni MT" panose="02070603080606020203" pitchFamily="18" charset="0"/>
            </a:rPr>
          </a:br>
          <a:r>
            <a:rPr lang="en-US" sz="1300" kern="1200" dirty="0">
              <a:latin typeface="Bodoni MT" panose="02070603080606020203" pitchFamily="18" charset="0"/>
            </a:rPr>
            <a:t>Source_Station</a:t>
          </a:r>
          <a:br>
            <a:rPr lang="en-US" sz="1300" kern="1200" dirty="0">
              <a:latin typeface="Bodoni MT" panose="02070603080606020203" pitchFamily="18" charset="0"/>
            </a:rPr>
          </a:br>
          <a:r>
            <a:rPr lang="en-US" sz="1300" kern="1200" dirty="0">
              <a:latin typeface="Bodoni MT" panose="02070603080606020203" pitchFamily="18" charset="0"/>
            </a:rPr>
            <a:t>Destination_Station</a:t>
          </a:r>
          <a:br>
            <a:rPr lang="en-US" sz="1300" kern="1200" dirty="0">
              <a:latin typeface="Bodoni MT" panose="02070603080606020203" pitchFamily="18" charset="0"/>
            </a:rPr>
          </a:br>
          <a:r>
            <a:rPr lang="en-US" sz="1300" kern="1200" dirty="0">
              <a:latin typeface="Bodoni MT" panose="02070603080606020203" pitchFamily="18" charset="0"/>
            </a:rPr>
            <a:t>Departure_Time</a:t>
          </a:r>
          <a:br>
            <a:rPr lang="en-US" sz="1300" kern="1200" dirty="0">
              <a:latin typeface="Bodoni MT" panose="02070603080606020203" pitchFamily="18" charset="0"/>
            </a:rPr>
          </a:br>
          <a:r>
            <a:rPr lang="en-US" sz="1300" kern="1200" dirty="0">
              <a:latin typeface="Bodoni MT" panose="02070603080606020203" pitchFamily="18" charset="0"/>
            </a:rPr>
            <a:t>Arrival_Time </a:t>
          </a:r>
          <a:br>
            <a:rPr lang="en-US" sz="1300" kern="1200" dirty="0">
              <a:latin typeface="Bodoni MT" panose="02070603080606020203" pitchFamily="18" charset="0"/>
            </a:rPr>
          </a:br>
          <a:r>
            <a:rPr lang="en-US" sz="1300" kern="1200" dirty="0">
              <a:latin typeface="Bodoni MT" panose="02070603080606020203" pitchFamily="18" charset="0"/>
            </a:rPr>
            <a:t>Train_Type </a:t>
          </a:r>
          <a:endParaRPr lang="en-IN" sz="1300" kern="1200" dirty="0">
            <a:latin typeface="Bodoni MT" panose="02070603080606020203" pitchFamily="18" charset="0"/>
          </a:endParaRPr>
        </a:p>
      </dsp:txBody>
      <dsp:txXfrm>
        <a:off x="1268959" y="3560285"/>
        <a:ext cx="1065554" cy="2988348"/>
      </dsp:txXfrm>
    </dsp:sp>
    <dsp:sp modelId="{C3625E89-D675-425E-BBC9-22ACCD2CE7E5}">
      <dsp:nvSpPr>
        <dsp:cNvPr id="0" name=""/>
        <dsp:cNvSpPr/>
      </dsp:nvSpPr>
      <dsp:spPr>
        <a:xfrm>
          <a:off x="2462740" y="1552437"/>
          <a:ext cx="1131856" cy="1649969"/>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TICKET</a:t>
          </a:r>
          <a:endParaRPr lang="en-IN" sz="1200" kern="1200" dirty="0">
            <a:latin typeface="Bodoni MT" panose="02070603080606020203" pitchFamily="18" charset="0"/>
          </a:endParaRPr>
        </a:p>
      </dsp:txBody>
      <dsp:txXfrm>
        <a:off x="2495891" y="1585588"/>
        <a:ext cx="1065554" cy="1583667"/>
      </dsp:txXfrm>
    </dsp:sp>
    <dsp:sp modelId="{D4B82E3A-7987-4C2E-90F2-39EB17CDA12C}">
      <dsp:nvSpPr>
        <dsp:cNvPr id="0" name=""/>
        <dsp:cNvSpPr/>
      </dsp:nvSpPr>
      <dsp:spPr>
        <a:xfrm>
          <a:off x="2462740" y="3516779"/>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Bodoni MT" panose="02070603080606020203" pitchFamily="18" charset="0"/>
            </a:rPr>
            <a:t>Ticket_ID</a:t>
          </a:r>
          <a:br>
            <a:rPr lang="en-US" sz="1300" kern="1200" dirty="0">
              <a:latin typeface="Bodoni MT" panose="02070603080606020203" pitchFamily="18" charset="0"/>
            </a:rPr>
          </a:br>
          <a:r>
            <a:rPr lang="en-US" sz="1300" kern="1200" dirty="0">
              <a:latin typeface="Bodoni MT" panose="02070603080606020203" pitchFamily="18" charset="0"/>
            </a:rPr>
            <a:t>Passenger_ID</a:t>
          </a:r>
          <a:br>
            <a:rPr lang="en-US" sz="1300" kern="1200" dirty="0">
              <a:latin typeface="Bodoni MT" panose="02070603080606020203" pitchFamily="18" charset="0"/>
            </a:rPr>
          </a:br>
          <a:r>
            <a:rPr lang="en-US" sz="1300" kern="1200" dirty="0">
              <a:latin typeface="Bodoni MT" panose="02070603080606020203" pitchFamily="18" charset="0"/>
            </a:rPr>
            <a:t>Train_ID</a:t>
          </a:r>
          <a:br>
            <a:rPr lang="en-US" sz="1300" kern="1200" dirty="0">
              <a:latin typeface="Bodoni MT" panose="02070603080606020203" pitchFamily="18" charset="0"/>
            </a:rPr>
          </a:br>
          <a:r>
            <a:rPr lang="en-US" sz="1300" kern="1200" dirty="0">
              <a:latin typeface="Bodoni MT" panose="02070603080606020203" pitchFamily="18" charset="0"/>
            </a:rPr>
            <a:t>Booking_Date</a:t>
          </a:r>
          <a:br>
            <a:rPr lang="en-US" sz="1300" kern="1200" dirty="0">
              <a:latin typeface="Bodoni MT" panose="02070603080606020203" pitchFamily="18" charset="0"/>
            </a:rPr>
          </a:br>
          <a:r>
            <a:rPr lang="en-US" sz="1300" kern="1200" dirty="0">
              <a:latin typeface="Bodoni MT" panose="02070603080606020203" pitchFamily="18" charset="0"/>
            </a:rPr>
            <a:t>Journey_Date</a:t>
          </a:r>
          <a:br>
            <a:rPr lang="en-US" sz="1300" kern="1200" dirty="0">
              <a:latin typeface="Bodoni MT" panose="02070603080606020203" pitchFamily="18" charset="0"/>
            </a:rPr>
          </a:br>
          <a:r>
            <a:rPr lang="en-US" sz="1300" kern="1200" dirty="0">
              <a:latin typeface="Bodoni MT" panose="02070603080606020203" pitchFamily="18" charset="0"/>
            </a:rPr>
            <a:t>Class </a:t>
          </a:r>
          <a:br>
            <a:rPr lang="en-US" sz="1300" kern="1200" dirty="0">
              <a:latin typeface="Bodoni MT" panose="02070603080606020203" pitchFamily="18" charset="0"/>
            </a:rPr>
          </a:br>
          <a:r>
            <a:rPr lang="en-US" sz="1300" kern="1200" dirty="0">
              <a:latin typeface="Bodoni MT" panose="02070603080606020203" pitchFamily="18" charset="0"/>
            </a:rPr>
            <a:t>Seat_Number</a:t>
          </a:r>
          <a:br>
            <a:rPr lang="en-US" sz="1300" kern="1200" dirty="0">
              <a:latin typeface="Bodoni MT" panose="02070603080606020203" pitchFamily="18" charset="0"/>
            </a:rPr>
          </a:br>
          <a:r>
            <a:rPr lang="en-US" sz="1300" kern="1200" dirty="0">
              <a:latin typeface="Bodoni MT" panose="02070603080606020203" pitchFamily="18" charset="0"/>
            </a:rPr>
            <a:t>Status</a:t>
          </a:r>
          <a:endParaRPr lang="en-IN" sz="1300" kern="1200" dirty="0">
            <a:latin typeface="Bodoni MT" panose="02070603080606020203" pitchFamily="18" charset="0"/>
          </a:endParaRPr>
        </a:p>
      </dsp:txBody>
      <dsp:txXfrm>
        <a:off x="2495891" y="3549930"/>
        <a:ext cx="1065554" cy="2988348"/>
      </dsp:txXfrm>
    </dsp:sp>
    <dsp:sp modelId="{A106732E-E5BB-4FA4-9FC2-DA697577346B}">
      <dsp:nvSpPr>
        <dsp:cNvPr id="0" name=""/>
        <dsp:cNvSpPr/>
      </dsp:nvSpPr>
      <dsp:spPr>
        <a:xfrm>
          <a:off x="3689673" y="1552437"/>
          <a:ext cx="1131856" cy="1673734"/>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PAYMENT</a:t>
          </a:r>
          <a:endParaRPr lang="en-IN" sz="1200" kern="1200" dirty="0">
            <a:latin typeface="Bodoni MT" panose="02070603080606020203" pitchFamily="18" charset="0"/>
          </a:endParaRPr>
        </a:p>
      </dsp:txBody>
      <dsp:txXfrm>
        <a:off x="3722824" y="1585588"/>
        <a:ext cx="1065554" cy="1607432"/>
      </dsp:txXfrm>
    </dsp:sp>
    <dsp:sp modelId="{8242CE9D-4669-46E5-BCA4-3B5FAC936837}">
      <dsp:nvSpPr>
        <dsp:cNvPr id="0" name=""/>
        <dsp:cNvSpPr/>
      </dsp:nvSpPr>
      <dsp:spPr>
        <a:xfrm>
          <a:off x="3679497" y="3579414"/>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doni MT" panose="02070603080606020203" pitchFamily="18" charset="0"/>
            </a:rPr>
            <a:t>Payment_ID </a:t>
          </a:r>
          <a:br>
            <a:rPr lang="en-US" sz="1400" kern="1200" dirty="0">
              <a:latin typeface="Bodoni MT" panose="02070603080606020203" pitchFamily="18" charset="0"/>
            </a:rPr>
          </a:br>
          <a:r>
            <a:rPr lang="en-US" sz="1400" kern="1200" dirty="0">
              <a:latin typeface="Bodoni MT" panose="02070603080606020203" pitchFamily="18" charset="0"/>
            </a:rPr>
            <a:t>Ticket_ID</a:t>
          </a:r>
          <a:br>
            <a:rPr lang="en-US" sz="1400" kern="1200" dirty="0">
              <a:latin typeface="Bodoni MT" panose="02070603080606020203" pitchFamily="18" charset="0"/>
            </a:rPr>
          </a:br>
          <a:r>
            <a:rPr lang="en-US" sz="1400" kern="1200" dirty="0">
              <a:latin typeface="Bodoni MT" panose="02070603080606020203" pitchFamily="18" charset="0"/>
            </a:rPr>
            <a:t>Payment_Mode</a:t>
          </a:r>
          <a:br>
            <a:rPr lang="en-US" sz="1400" kern="1200" dirty="0">
              <a:latin typeface="Bodoni MT" panose="02070603080606020203" pitchFamily="18" charset="0"/>
            </a:rPr>
          </a:br>
          <a:r>
            <a:rPr lang="en-US" sz="1400" kern="1200" dirty="0">
              <a:latin typeface="Bodoni MT" panose="02070603080606020203" pitchFamily="18" charset="0"/>
            </a:rPr>
            <a:t>Amount</a:t>
          </a:r>
          <a:br>
            <a:rPr lang="en-US" sz="1400" kern="1200" dirty="0">
              <a:latin typeface="Bodoni MT" panose="02070603080606020203" pitchFamily="18" charset="0"/>
            </a:rPr>
          </a:br>
          <a:r>
            <a:rPr lang="en-US" sz="1400" kern="1200" dirty="0">
              <a:latin typeface="Bodoni MT" panose="02070603080606020203" pitchFamily="18" charset="0"/>
            </a:rPr>
            <a:t>Payment Status</a:t>
          </a:r>
          <a:br>
            <a:rPr lang="en-US" sz="1400" kern="1200" dirty="0">
              <a:latin typeface="Bodoni MT" panose="02070603080606020203" pitchFamily="18" charset="0"/>
            </a:rPr>
          </a:br>
          <a:r>
            <a:rPr lang="en-US" sz="1400" kern="1200" dirty="0">
              <a:latin typeface="Bodoni MT" panose="02070603080606020203" pitchFamily="18" charset="0"/>
            </a:rPr>
            <a:t>Transaction_Date</a:t>
          </a:r>
          <a:endParaRPr lang="en-IN" sz="1400" kern="1200" dirty="0">
            <a:latin typeface="Bodoni MT" panose="02070603080606020203" pitchFamily="18" charset="0"/>
          </a:endParaRPr>
        </a:p>
      </dsp:txBody>
      <dsp:txXfrm>
        <a:off x="3712648" y="3612565"/>
        <a:ext cx="1065554" cy="2988348"/>
      </dsp:txXfrm>
    </dsp:sp>
    <dsp:sp modelId="{05639DDF-5FCC-4B8F-B977-906F6CB43161}">
      <dsp:nvSpPr>
        <dsp:cNvPr id="0" name=""/>
        <dsp:cNvSpPr/>
      </dsp:nvSpPr>
      <dsp:spPr>
        <a:xfrm>
          <a:off x="4916605" y="1552437"/>
          <a:ext cx="1131856" cy="1688152"/>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STATION</a:t>
          </a:r>
          <a:endParaRPr lang="en-IN" sz="1200" kern="1200" dirty="0">
            <a:latin typeface="Bodoni MT" panose="02070603080606020203" pitchFamily="18" charset="0"/>
          </a:endParaRPr>
        </a:p>
      </dsp:txBody>
      <dsp:txXfrm>
        <a:off x="4949756" y="1585588"/>
        <a:ext cx="1065554" cy="1621850"/>
      </dsp:txXfrm>
    </dsp:sp>
    <dsp:sp modelId="{04475720-37ED-4DBC-B32C-8365E7D0E0C6}">
      <dsp:nvSpPr>
        <dsp:cNvPr id="0" name=""/>
        <dsp:cNvSpPr/>
      </dsp:nvSpPr>
      <dsp:spPr>
        <a:xfrm>
          <a:off x="4882751" y="3579414"/>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doni MT" panose="02070603080606020203" pitchFamily="18" charset="0"/>
            </a:rPr>
            <a:t>Station_ID</a:t>
          </a:r>
          <a:br>
            <a:rPr lang="en-US" sz="1400" kern="1200" dirty="0">
              <a:latin typeface="Bodoni MT" panose="02070603080606020203" pitchFamily="18" charset="0"/>
            </a:rPr>
          </a:br>
          <a:r>
            <a:rPr lang="en-US" sz="1400" kern="1200" dirty="0">
              <a:latin typeface="Bodoni MT" panose="02070603080606020203" pitchFamily="18" charset="0"/>
            </a:rPr>
            <a:t>Station_Name</a:t>
          </a:r>
          <a:br>
            <a:rPr lang="en-US" sz="1400" kern="1200" dirty="0">
              <a:latin typeface="Bodoni MT" panose="02070603080606020203" pitchFamily="18" charset="0"/>
            </a:rPr>
          </a:br>
          <a:r>
            <a:rPr lang="en-US" sz="1400" kern="1200" dirty="0">
              <a:latin typeface="Bodoni MT" panose="02070603080606020203" pitchFamily="18" charset="0"/>
            </a:rPr>
            <a:t>Location</a:t>
          </a:r>
          <a:br>
            <a:rPr lang="en-US" sz="1400" kern="1200" dirty="0">
              <a:latin typeface="Bodoni MT" panose="02070603080606020203" pitchFamily="18" charset="0"/>
            </a:rPr>
          </a:br>
          <a:r>
            <a:rPr lang="en-US" sz="1400" kern="1200" dirty="0">
              <a:latin typeface="Bodoni MT" panose="02070603080606020203" pitchFamily="18" charset="0"/>
            </a:rPr>
            <a:t>Station_Code</a:t>
          </a:r>
          <a:endParaRPr lang="en-IN" sz="1400" kern="1200" dirty="0">
            <a:latin typeface="Bodoni MT" panose="02070603080606020203" pitchFamily="18" charset="0"/>
          </a:endParaRPr>
        </a:p>
      </dsp:txBody>
      <dsp:txXfrm>
        <a:off x="4915902" y="3612565"/>
        <a:ext cx="1065554" cy="2988348"/>
      </dsp:txXfrm>
    </dsp:sp>
    <dsp:sp modelId="{B1BBEE87-A045-48AA-A222-6DBECC44513D}">
      <dsp:nvSpPr>
        <dsp:cNvPr id="0" name=""/>
        <dsp:cNvSpPr/>
      </dsp:nvSpPr>
      <dsp:spPr>
        <a:xfrm>
          <a:off x="6143537" y="1552437"/>
          <a:ext cx="1131856" cy="1709198"/>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COACH</a:t>
          </a:r>
          <a:endParaRPr lang="en-IN" sz="1200" kern="1200" dirty="0">
            <a:latin typeface="Bodoni MT" panose="02070603080606020203" pitchFamily="18" charset="0"/>
          </a:endParaRPr>
        </a:p>
      </dsp:txBody>
      <dsp:txXfrm>
        <a:off x="6176688" y="1585588"/>
        <a:ext cx="1065554" cy="1642896"/>
      </dsp:txXfrm>
    </dsp:sp>
    <dsp:sp modelId="{EE8A2EE3-CBD0-4B3C-B43F-8C7FD923CC25}">
      <dsp:nvSpPr>
        <dsp:cNvPr id="0" name=""/>
        <dsp:cNvSpPr/>
      </dsp:nvSpPr>
      <dsp:spPr>
        <a:xfrm>
          <a:off x="6096000" y="3579414"/>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doni MT" panose="02070603080606020203" pitchFamily="18" charset="0"/>
            </a:rPr>
            <a:t>Coach_ID</a:t>
          </a:r>
          <a:br>
            <a:rPr lang="en-US" sz="1400" kern="1200" dirty="0">
              <a:latin typeface="Bodoni MT" panose="02070603080606020203" pitchFamily="18" charset="0"/>
            </a:rPr>
          </a:br>
          <a:r>
            <a:rPr lang="en-US" sz="1400" kern="1200" dirty="0">
              <a:latin typeface="Bodoni MT" panose="02070603080606020203" pitchFamily="18" charset="0"/>
            </a:rPr>
            <a:t>Train_ID</a:t>
          </a:r>
          <a:br>
            <a:rPr lang="en-US" sz="1400" kern="1200" dirty="0">
              <a:latin typeface="Bodoni MT" panose="02070603080606020203" pitchFamily="18" charset="0"/>
            </a:rPr>
          </a:br>
          <a:r>
            <a:rPr lang="en-US" sz="1400" kern="1200" dirty="0">
              <a:latin typeface="Bodoni MT" panose="02070603080606020203" pitchFamily="18" charset="0"/>
            </a:rPr>
            <a:t>Coach_Number</a:t>
          </a:r>
          <a:br>
            <a:rPr lang="en-US" sz="1400" kern="1200" dirty="0">
              <a:latin typeface="Bodoni MT" panose="02070603080606020203" pitchFamily="18" charset="0"/>
            </a:rPr>
          </a:br>
          <a:r>
            <a:rPr lang="en-US" sz="1400" kern="1200" dirty="0">
              <a:latin typeface="Bodoni MT" panose="02070603080606020203" pitchFamily="18" charset="0"/>
            </a:rPr>
            <a:t>Coach_Type</a:t>
          </a:r>
          <a:br>
            <a:rPr lang="en-US" sz="1400" kern="1200" dirty="0">
              <a:latin typeface="Bodoni MT" panose="02070603080606020203" pitchFamily="18" charset="0"/>
            </a:rPr>
          </a:br>
          <a:r>
            <a:rPr lang="en-US" sz="1400" kern="1200" dirty="0">
              <a:latin typeface="Bodoni MT" panose="02070603080606020203" pitchFamily="18" charset="0"/>
            </a:rPr>
            <a:t>Total_Seats</a:t>
          </a:r>
          <a:endParaRPr lang="en-IN" sz="1400" kern="1200" dirty="0">
            <a:latin typeface="Bodoni MT" panose="02070603080606020203" pitchFamily="18" charset="0"/>
          </a:endParaRPr>
        </a:p>
      </dsp:txBody>
      <dsp:txXfrm>
        <a:off x="6129151" y="3612565"/>
        <a:ext cx="1065554" cy="2988348"/>
      </dsp:txXfrm>
    </dsp:sp>
    <dsp:sp modelId="{4BC94A0B-5CBD-423A-8D2C-E555A845D89B}">
      <dsp:nvSpPr>
        <dsp:cNvPr id="0" name=""/>
        <dsp:cNvSpPr/>
      </dsp:nvSpPr>
      <dsp:spPr>
        <a:xfrm>
          <a:off x="7370470" y="1552437"/>
          <a:ext cx="1131856" cy="1710023"/>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EMPLOYEE</a:t>
          </a:r>
          <a:endParaRPr lang="en-IN" sz="1200" kern="1200" dirty="0">
            <a:latin typeface="Bodoni MT" panose="02070603080606020203" pitchFamily="18" charset="0"/>
          </a:endParaRPr>
        </a:p>
      </dsp:txBody>
      <dsp:txXfrm>
        <a:off x="7403621" y="1585588"/>
        <a:ext cx="1065554" cy="1643721"/>
      </dsp:txXfrm>
    </dsp:sp>
    <dsp:sp modelId="{3A259367-22C9-439A-88BC-51E03C341F58}">
      <dsp:nvSpPr>
        <dsp:cNvPr id="0" name=""/>
        <dsp:cNvSpPr/>
      </dsp:nvSpPr>
      <dsp:spPr>
        <a:xfrm>
          <a:off x="7370470" y="3579414"/>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doni MT" panose="02070603080606020203" pitchFamily="18" charset="0"/>
            </a:rPr>
            <a:t>Employee_ID </a:t>
          </a:r>
          <a:br>
            <a:rPr lang="en-US" sz="1400" kern="1200" dirty="0">
              <a:latin typeface="Bodoni MT" panose="02070603080606020203" pitchFamily="18" charset="0"/>
            </a:rPr>
          </a:br>
          <a:r>
            <a:rPr lang="en-US" sz="1400" kern="1200" dirty="0">
              <a:latin typeface="Bodoni MT" panose="02070603080606020203" pitchFamily="18" charset="0"/>
            </a:rPr>
            <a:t>Name</a:t>
          </a:r>
          <a:br>
            <a:rPr lang="en-US" sz="1400" kern="1200" dirty="0">
              <a:latin typeface="Bodoni MT" panose="02070603080606020203" pitchFamily="18" charset="0"/>
            </a:rPr>
          </a:br>
          <a:r>
            <a:rPr lang="en-US" sz="1400" kern="1200" dirty="0">
              <a:latin typeface="Bodoni MT" panose="02070603080606020203" pitchFamily="18" charset="0"/>
            </a:rPr>
            <a:t>Age</a:t>
          </a:r>
          <a:br>
            <a:rPr lang="en-US" sz="1400" kern="1200" dirty="0">
              <a:latin typeface="Bodoni MT" panose="02070603080606020203" pitchFamily="18" charset="0"/>
            </a:rPr>
          </a:br>
          <a:r>
            <a:rPr lang="en-US" sz="1400" kern="1200" dirty="0">
              <a:latin typeface="Bodoni MT" panose="02070603080606020203" pitchFamily="18" charset="0"/>
            </a:rPr>
            <a:t>Gender</a:t>
          </a:r>
          <a:br>
            <a:rPr lang="en-US" sz="1400" kern="1200" dirty="0">
              <a:latin typeface="Bodoni MT" panose="02070603080606020203" pitchFamily="18" charset="0"/>
            </a:rPr>
          </a:br>
          <a:r>
            <a:rPr lang="en-US" sz="1400" kern="1200" dirty="0">
              <a:latin typeface="Bodoni MT" panose="02070603080606020203" pitchFamily="18" charset="0"/>
            </a:rPr>
            <a:t>Role</a:t>
          </a:r>
          <a:br>
            <a:rPr lang="en-US" sz="1400" kern="1200" dirty="0">
              <a:latin typeface="Bodoni MT" panose="02070603080606020203" pitchFamily="18" charset="0"/>
            </a:rPr>
          </a:br>
          <a:r>
            <a:rPr lang="en-US" sz="1400" kern="1200" dirty="0">
              <a:latin typeface="Bodoni MT" panose="02070603080606020203" pitchFamily="18" charset="0"/>
            </a:rPr>
            <a:t>Contact_Number</a:t>
          </a:r>
          <a:br>
            <a:rPr lang="en-US" sz="1400" kern="1200" dirty="0">
              <a:latin typeface="Bodoni MT" panose="02070603080606020203" pitchFamily="18" charset="0"/>
            </a:rPr>
          </a:br>
          <a:r>
            <a:rPr lang="en-US" sz="1400" kern="1200" dirty="0">
              <a:latin typeface="Bodoni MT" panose="02070603080606020203" pitchFamily="18" charset="0"/>
            </a:rPr>
            <a:t>Assigned_Train </a:t>
          </a:r>
        </a:p>
      </dsp:txBody>
      <dsp:txXfrm>
        <a:off x="7403621" y="3612565"/>
        <a:ext cx="1065554" cy="2988348"/>
      </dsp:txXfrm>
    </dsp:sp>
    <dsp:sp modelId="{A3CE430D-AB95-4A6F-BC7A-8F701B61CF1D}">
      <dsp:nvSpPr>
        <dsp:cNvPr id="0" name=""/>
        <dsp:cNvSpPr/>
      </dsp:nvSpPr>
      <dsp:spPr>
        <a:xfrm>
          <a:off x="8597402" y="1552437"/>
          <a:ext cx="1131856" cy="1698171"/>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FOOD</a:t>
          </a:r>
          <a:r>
            <a:rPr lang="en-US" sz="1200" kern="1200" dirty="0"/>
            <a:t> </a:t>
          </a:r>
          <a:r>
            <a:rPr lang="en-US" sz="1200" kern="1200" dirty="0">
              <a:latin typeface="Bodoni MT" panose="02070603080606020203" pitchFamily="18" charset="0"/>
            </a:rPr>
            <a:t>ORDER</a:t>
          </a:r>
        </a:p>
      </dsp:txBody>
      <dsp:txXfrm>
        <a:off x="8630553" y="1585588"/>
        <a:ext cx="1065554" cy="1631869"/>
      </dsp:txXfrm>
    </dsp:sp>
    <dsp:sp modelId="{44686116-052F-49A9-A74B-938B399A9E5A}">
      <dsp:nvSpPr>
        <dsp:cNvPr id="0" name=""/>
        <dsp:cNvSpPr/>
      </dsp:nvSpPr>
      <dsp:spPr>
        <a:xfrm>
          <a:off x="8597402" y="3564981"/>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doni MT" panose="02070603080606020203" pitchFamily="18" charset="0"/>
            </a:rPr>
            <a:t>Order_ID</a:t>
          </a:r>
          <a:br>
            <a:rPr lang="en-US" sz="1400" kern="1200" dirty="0">
              <a:latin typeface="Bodoni MT" panose="02070603080606020203" pitchFamily="18" charset="0"/>
            </a:rPr>
          </a:br>
          <a:r>
            <a:rPr lang="en-US" sz="1400" kern="1200" dirty="0">
              <a:latin typeface="Bodoni MT" panose="02070603080606020203" pitchFamily="18" charset="0"/>
            </a:rPr>
            <a:t>Passenger_ID</a:t>
          </a:r>
          <a:br>
            <a:rPr lang="en-US" sz="1400" kern="1200" dirty="0">
              <a:latin typeface="Bodoni MT" panose="02070603080606020203" pitchFamily="18" charset="0"/>
            </a:rPr>
          </a:br>
          <a:r>
            <a:rPr lang="en-US" sz="1400" kern="1200" dirty="0">
              <a:latin typeface="Bodoni MT" panose="02070603080606020203" pitchFamily="18" charset="0"/>
            </a:rPr>
            <a:t>Train_ID</a:t>
          </a:r>
          <a:br>
            <a:rPr lang="en-US" sz="1400" kern="1200" dirty="0">
              <a:latin typeface="Bodoni MT" panose="02070603080606020203" pitchFamily="18" charset="0"/>
            </a:rPr>
          </a:br>
          <a:r>
            <a:rPr lang="en-US" sz="1400" kern="1200" dirty="0">
              <a:latin typeface="Bodoni MT" panose="02070603080606020203" pitchFamily="18" charset="0"/>
            </a:rPr>
            <a:t>Order_Date, Food_Item</a:t>
          </a:r>
          <a:br>
            <a:rPr lang="en-US" sz="1400" kern="1200" dirty="0">
              <a:latin typeface="Bodoni MT" panose="02070603080606020203" pitchFamily="18" charset="0"/>
            </a:rPr>
          </a:br>
          <a:r>
            <a:rPr lang="en-US" sz="1400" kern="1200" dirty="0">
              <a:latin typeface="Bodoni MT" panose="02070603080606020203" pitchFamily="18" charset="0"/>
            </a:rPr>
            <a:t>Quantity</a:t>
          </a:r>
          <a:br>
            <a:rPr lang="en-US" sz="1400" kern="1200" dirty="0">
              <a:latin typeface="Bodoni MT" panose="02070603080606020203" pitchFamily="18" charset="0"/>
            </a:rPr>
          </a:br>
          <a:r>
            <a:rPr lang="en-US" sz="1400" kern="1200" dirty="0">
              <a:latin typeface="Bodoni MT" panose="02070603080606020203" pitchFamily="18" charset="0"/>
            </a:rPr>
            <a:t>Total_Price, Payment_Status </a:t>
          </a:r>
        </a:p>
      </dsp:txBody>
      <dsp:txXfrm>
        <a:off x="8630553" y="3598132"/>
        <a:ext cx="1065554" cy="2988348"/>
      </dsp:txXfrm>
    </dsp:sp>
    <dsp:sp modelId="{FF9CC79F-CF4C-4CC4-8B6F-363312365C3A}">
      <dsp:nvSpPr>
        <dsp:cNvPr id="0" name=""/>
        <dsp:cNvSpPr/>
      </dsp:nvSpPr>
      <dsp:spPr>
        <a:xfrm>
          <a:off x="9824335" y="1552437"/>
          <a:ext cx="1131856" cy="1709198"/>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ROUTE</a:t>
          </a:r>
        </a:p>
      </dsp:txBody>
      <dsp:txXfrm>
        <a:off x="9857486" y="1585588"/>
        <a:ext cx="1065554" cy="1642896"/>
      </dsp:txXfrm>
    </dsp:sp>
    <dsp:sp modelId="{982A3BF8-37E9-4B59-9422-A3BA90D51973}">
      <dsp:nvSpPr>
        <dsp:cNvPr id="0" name=""/>
        <dsp:cNvSpPr/>
      </dsp:nvSpPr>
      <dsp:spPr>
        <a:xfrm>
          <a:off x="9824335" y="3576009"/>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doni MT" panose="02070603080606020203" pitchFamily="18" charset="0"/>
            </a:rPr>
            <a:t>Route_ID</a:t>
          </a:r>
          <a:br>
            <a:rPr lang="en-US" sz="1400" kern="1200" dirty="0">
              <a:latin typeface="Bodoni MT" panose="02070603080606020203" pitchFamily="18" charset="0"/>
            </a:rPr>
          </a:br>
          <a:r>
            <a:rPr lang="en-US" sz="1400" kern="1200" dirty="0">
              <a:latin typeface="Bodoni MT" panose="02070603080606020203" pitchFamily="18" charset="0"/>
            </a:rPr>
            <a:t>Train_ID</a:t>
          </a:r>
          <a:br>
            <a:rPr lang="en-US" sz="1400" kern="1200" dirty="0">
              <a:latin typeface="Bodoni MT" panose="02070603080606020203" pitchFamily="18" charset="0"/>
            </a:rPr>
          </a:br>
          <a:r>
            <a:rPr lang="en-US" sz="1400" kern="1200" dirty="0">
              <a:latin typeface="Bodoni MT" panose="02070603080606020203" pitchFamily="18" charset="0"/>
            </a:rPr>
            <a:t>Station_ID</a:t>
          </a:r>
        </a:p>
      </dsp:txBody>
      <dsp:txXfrm>
        <a:off x="9857486" y="3609160"/>
        <a:ext cx="1065554" cy="2988348"/>
      </dsp:txXfrm>
    </dsp:sp>
    <dsp:sp modelId="{2C7087C6-A44A-4246-BDAA-5EEF92B3F793}">
      <dsp:nvSpPr>
        <dsp:cNvPr id="0" name=""/>
        <dsp:cNvSpPr/>
      </dsp:nvSpPr>
      <dsp:spPr>
        <a:xfrm>
          <a:off x="11051267" y="1552437"/>
          <a:ext cx="1131856" cy="1684731"/>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Bodoni MT" panose="02070603080606020203" pitchFamily="18" charset="0"/>
            </a:rPr>
            <a:t>WAITLIST</a:t>
          </a:r>
        </a:p>
      </dsp:txBody>
      <dsp:txXfrm>
        <a:off x="11084418" y="1585588"/>
        <a:ext cx="1065554" cy="1618429"/>
      </dsp:txXfrm>
    </dsp:sp>
    <dsp:sp modelId="{136F5F10-0EF0-46F3-B7F2-D476E7B12201}">
      <dsp:nvSpPr>
        <dsp:cNvPr id="0" name=""/>
        <dsp:cNvSpPr/>
      </dsp:nvSpPr>
      <dsp:spPr>
        <a:xfrm>
          <a:off x="11051267" y="3551541"/>
          <a:ext cx="1131856" cy="3054650"/>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br>
            <a:rPr lang="en-IN" sz="1600" kern="1200" dirty="0">
              <a:latin typeface="Bodoni MT" panose="02070603080606020203" pitchFamily="18" charset="0"/>
            </a:rPr>
          </a:br>
          <a:br>
            <a:rPr lang="en-IN" sz="1600" kern="1200" dirty="0">
              <a:latin typeface="Bodoni MT" panose="02070603080606020203" pitchFamily="18" charset="0"/>
            </a:rPr>
          </a:br>
          <a:br>
            <a:rPr lang="en-IN" sz="1600" kern="1200" dirty="0">
              <a:latin typeface="Bodoni MT" panose="02070603080606020203" pitchFamily="18" charset="0"/>
            </a:rPr>
          </a:br>
          <a:r>
            <a:rPr lang="en-IN" sz="1400" kern="1200" dirty="0">
              <a:latin typeface="Bodoni MT" panose="02070603080606020203" pitchFamily="18" charset="0"/>
            </a:rPr>
            <a:t>Waitlist_ID</a:t>
          </a:r>
          <a:br>
            <a:rPr lang="en-IN" sz="1400" kern="1200" dirty="0">
              <a:latin typeface="Bodoni MT" panose="02070603080606020203" pitchFamily="18" charset="0"/>
            </a:rPr>
          </a:br>
          <a:r>
            <a:rPr lang="en-IN" sz="1400" kern="1200" dirty="0">
              <a:latin typeface="Bodoni MT" panose="02070603080606020203" pitchFamily="18" charset="0"/>
            </a:rPr>
            <a:t>Ticket_ID</a:t>
          </a:r>
          <a:br>
            <a:rPr lang="en-IN" sz="1400" kern="1200" dirty="0">
              <a:latin typeface="Bodoni MT" panose="02070603080606020203" pitchFamily="18" charset="0"/>
            </a:rPr>
          </a:br>
          <a:r>
            <a:rPr lang="en-IN" sz="1400" kern="1200" dirty="0">
              <a:latin typeface="Bodoni MT" panose="02070603080606020203" pitchFamily="18" charset="0"/>
            </a:rPr>
            <a:t>Passenger_ID</a:t>
          </a:r>
          <a:br>
            <a:rPr lang="en-IN" sz="1400" kern="1200" dirty="0">
              <a:latin typeface="Bodoni MT" panose="02070603080606020203" pitchFamily="18" charset="0"/>
            </a:rPr>
          </a:br>
          <a:r>
            <a:rPr lang="en-IN" sz="1400" kern="1200" dirty="0">
              <a:latin typeface="Bodoni MT" panose="02070603080606020203" pitchFamily="18" charset="0"/>
            </a:rPr>
            <a:t>Train_ID</a:t>
          </a:r>
          <a:br>
            <a:rPr lang="en-IN" sz="1400" kern="1200" dirty="0">
              <a:latin typeface="Bodoni MT" panose="02070603080606020203" pitchFamily="18" charset="0"/>
            </a:rPr>
          </a:br>
          <a:r>
            <a:rPr lang="en-IN" sz="1400" kern="1200" dirty="0">
              <a:latin typeface="Bodoni MT" panose="02070603080606020203" pitchFamily="18" charset="0"/>
            </a:rPr>
            <a:t>Waitlist_number</a:t>
          </a:r>
          <a:br>
            <a:rPr lang="en-IN" sz="1400" kern="1200" dirty="0">
              <a:latin typeface="Bodoni MT" panose="02070603080606020203" pitchFamily="18" charset="0"/>
            </a:rPr>
          </a:br>
          <a:r>
            <a:rPr lang="en-IN" sz="1400" kern="1200" dirty="0">
              <a:latin typeface="Bodoni MT" panose="02070603080606020203" pitchFamily="18" charset="0"/>
            </a:rPr>
            <a:t>Status</a:t>
          </a:r>
          <a:br>
            <a:rPr lang="en-IN" sz="1600" kern="1200" dirty="0">
              <a:latin typeface="Bodoni MT" panose="02070603080606020203" pitchFamily="18" charset="0"/>
            </a:rPr>
          </a:br>
          <a:br>
            <a:rPr lang="en-IN" sz="1600" kern="1200" dirty="0">
              <a:latin typeface="Bodoni MT" panose="02070603080606020203" pitchFamily="18" charset="0"/>
            </a:rPr>
          </a:br>
          <a:br>
            <a:rPr lang="en-IN" sz="900" kern="1200" dirty="0">
              <a:latin typeface="Bodoni MT" panose="02070603080606020203" pitchFamily="18" charset="0"/>
            </a:rPr>
          </a:br>
          <a:br>
            <a:rPr lang="en-IN" sz="900" kern="1200" dirty="0">
              <a:latin typeface="Bodoni MT" panose="02070603080606020203" pitchFamily="18" charset="0"/>
            </a:rPr>
          </a:br>
          <a:br>
            <a:rPr lang="en-IN" sz="900" kern="1200" dirty="0">
              <a:latin typeface="Bodoni MT" panose="02070603080606020203" pitchFamily="18" charset="0"/>
            </a:rPr>
          </a:br>
          <a:br>
            <a:rPr lang="en-IN" sz="900" kern="1200" dirty="0">
              <a:latin typeface="Bodoni MT" panose="02070603080606020203" pitchFamily="18" charset="0"/>
            </a:rPr>
          </a:br>
          <a:endParaRPr lang="en-US" sz="900" kern="1200" dirty="0">
            <a:latin typeface="Bodoni MT" panose="02070603080606020203" pitchFamily="18" charset="0"/>
          </a:endParaRPr>
        </a:p>
      </dsp:txBody>
      <dsp:txXfrm>
        <a:off x="11084418" y="3584692"/>
        <a:ext cx="1065554" cy="29883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1AAE85-9D1C-4AFF-BA90-586CDD76129D}">
      <dsp:nvSpPr>
        <dsp:cNvPr id="0" name=""/>
        <dsp:cNvSpPr/>
      </dsp:nvSpPr>
      <dsp:spPr>
        <a:xfrm>
          <a:off x="0" y="0"/>
          <a:ext cx="10198359" cy="2221705"/>
        </a:xfrm>
        <a:prstGeom prst="roundRect">
          <a:avLst>
            <a:gd name="adj" fmla="val 10000"/>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6DA275F-D2AC-450A-BE13-4CF5C7A57ABC}">
      <dsp:nvSpPr>
        <dsp:cNvPr id="0" name=""/>
        <dsp:cNvSpPr/>
      </dsp:nvSpPr>
      <dsp:spPr>
        <a:xfrm>
          <a:off x="305950" y="296227"/>
          <a:ext cx="2995767" cy="1629250"/>
        </a:xfrm>
        <a:prstGeom prst="roundRect">
          <a:avLst>
            <a:gd name="adj" fmla="val 10000"/>
          </a:avLst>
        </a:prstGeom>
        <a:blipFill>
          <a:blip xmlns:r="http://schemas.openxmlformats.org/officeDocument/2006/relationships" r:embed="rId1"/>
          <a:srcRect/>
          <a:stretch>
            <a:fillRect t="-7000" b="-7000"/>
          </a:stretch>
        </a:blip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00A60152-A109-480D-9A02-6D82F5E608DB}">
      <dsp:nvSpPr>
        <dsp:cNvPr id="0" name=""/>
        <dsp:cNvSpPr/>
      </dsp:nvSpPr>
      <dsp:spPr>
        <a:xfrm rot="10800000">
          <a:off x="305950" y="2221705"/>
          <a:ext cx="2995767" cy="2715418"/>
        </a:xfrm>
        <a:prstGeom prst="round2SameRect">
          <a:avLst>
            <a:gd name="adj1" fmla="val 10500"/>
            <a:gd name="adj2" fmla="val 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n-US" sz="2000" b="1" u="sng" kern="1200" dirty="0">
              <a:effectLst/>
              <a:latin typeface="Bodoni MT" panose="02070603080606020203" pitchFamily="18" charset="0"/>
              <a:ea typeface="Aptos" panose="020B0004020202020204" pitchFamily="34" charset="0"/>
              <a:cs typeface="Times New Roman" panose="02020603050405020304" pitchFamily="18" charset="0"/>
            </a:rPr>
            <a:t>Availability of seats</a:t>
          </a:r>
          <a:endParaRPr lang="en-IN" sz="2000" b="1" u="sng" kern="1200" dirty="0">
            <a:latin typeface="Bodoni MT" panose="02070603080606020203" pitchFamily="18" charset="0"/>
          </a:endParaRPr>
        </a:p>
        <a:p>
          <a:pPr marL="171450" lvl="1" indent="-171450" algn="l" defTabSz="800100">
            <a:lnSpc>
              <a:spcPct val="90000"/>
            </a:lnSpc>
            <a:spcBef>
              <a:spcPct val="0"/>
            </a:spcBef>
            <a:spcAft>
              <a:spcPct val="15000"/>
            </a:spcAft>
            <a:buChar char="•"/>
          </a:pP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SELECT seat_no, coach_no FROM reservations WHERE train_no = 12951</a:t>
          </a:r>
          <a:r>
            <a:rPr lang="en-IN" sz="1800" kern="1200" dirty="0">
              <a:latin typeface="Bodoni MT" panose="02070603080606020203" pitchFamily="18" charset="0"/>
              <a:ea typeface="Aptos" panose="020B0004020202020204" pitchFamily="34" charset="0"/>
              <a:cs typeface="Times New Roman" panose="02020603050405020304" pitchFamily="18" charset="0"/>
            </a:rPr>
            <a:t> </a:t>
          </a: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AND journey_date = '2025-09-01’</a:t>
          </a:r>
          <a:r>
            <a:rPr lang="en-IN" sz="1800" kern="1200" dirty="0">
              <a:latin typeface="Bodoni MT" panose="02070603080606020203" pitchFamily="18" charset="0"/>
              <a:ea typeface="Aptos" panose="020B0004020202020204" pitchFamily="34" charset="0"/>
              <a:cs typeface="Times New Roman" panose="02020603050405020304" pitchFamily="18" charset="0"/>
            </a:rPr>
            <a:t> </a:t>
          </a: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AND status = 'Available’;</a:t>
          </a:r>
          <a:endParaRPr lang="en-IN" sz="1800" kern="1200" dirty="0">
            <a:effectLst/>
            <a:latin typeface="Bodoni MT" panose="02070603080606020203" pitchFamily="18" charset="0"/>
            <a:ea typeface="Aptos" panose="020B0004020202020204" pitchFamily="34" charset="0"/>
            <a:cs typeface="Times New Roman" panose="02020603050405020304" pitchFamily="18" charset="0"/>
          </a:endParaRPr>
        </a:p>
      </dsp:txBody>
      <dsp:txXfrm rot="10800000">
        <a:off x="389458" y="2221705"/>
        <a:ext cx="2828751" cy="2631910"/>
      </dsp:txXfrm>
    </dsp:sp>
    <dsp:sp modelId="{C6C58571-0873-48DB-8A07-BFF8A5EC18D4}">
      <dsp:nvSpPr>
        <dsp:cNvPr id="0" name=""/>
        <dsp:cNvSpPr/>
      </dsp:nvSpPr>
      <dsp:spPr>
        <a:xfrm>
          <a:off x="3601295" y="296227"/>
          <a:ext cx="2995767" cy="1629250"/>
        </a:xfrm>
        <a:prstGeom prst="roundRect">
          <a:avLst>
            <a:gd name="adj" fmla="val 10000"/>
          </a:avLst>
        </a:prstGeom>
        <a:blipFill>
          <a:blip xmlns:r="http://schemas.openxmlformats.org/officeDocument/2006/relationships" r:embed="rId2"/>
          <a:srcRect/>
          <a:stretch>
            <a:fillRect t="-11000" b="-11000"/>
          </a:stretch>
        </a:blip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2D6B2E66-C9BC-425F-BCFC-6AEDE0DDDAA6}">
      <dsp:nvSpPr>
        <dsp:cNvPr id="0" name=""/>
        <dsp:cNvSpPr/>
      </dsp:nvSpPr>
      <dsp:spPr>
        <a:xfrm rot="10800000">
          <a:off x="3601295" y="2221705"/>
          <a:ext cx="2995767" cy="2715418"/>
        </a:xfrm>
        <a:prstGeom prst="round2SameRect">
          <a:avLst>
            <a:gd name="adj1" fmla="val 10500"/>
            <a:gd name="adj2" fmla="val 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n-US" sz="2000" b="1" u="sng" kern="1200" dirty="0">
              <a:effectLst/>
              <a:latin typeface="Bodoni MT" panose="02070603080606020203" pitchFamily="18" charset="0"/>
              <a:ea typeface="Aptos" panose="020B0004020202020204" pitchFamily="34" charset="0"/>
              <a:cs typeface="Times New Roman" panose="02020603050405020304" pitchFamily="18" charset="0"/>
            </a:rPr>
            <a:t>No of Trains arriving in the given time slot</a:t>
          </a:r>
          <a:endParaRPr lang="en-IN" sz="2000" b="1" u="sng" kern="1200" dirty="0">
            <a:effectLst/>
            <a:latin typeface="Bodoni MT" panose="02070603080606020203" pitchFamily="18" charset="0"/>
            <a:ea typeface="Aptos" panose="020B0004020202020204" pitchFamily="34"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SELECT platform_no  FROM schedule</a:t>
          </a:r>
          <a:r>
            <a:rPr lang="en-IN" sz="1800" kern="1200" dirty="0">
              <a:latin typeface="Bodoni MT" panose="02070603080606020203" pitchFamily="18" charset="0"/>
              <a:ea typeface="Aptos" panose="020B0004020202020204" pitchFamily="34" charset="0"/>
              <a:cs typeface="Times New Roman" panose="02020603050405020304" pitchFamily="18" charset="0"/>
            </a:rPr>
            <a:t> </a:t>
          </a: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WHERE station_code = 'NDLS’</a:t>
          </a:r>
          <a:r>
            <a:rPr lang="en-IN" sz="1800" kern="1200" dirty="0">
              <a:latin typeface="Bodoni MT" panose="02070603080606020203" pitchFamily="18" charset="0"/>
              <a:ea typeface="Aptos" panose="020B0004020202020204" pitchFamily="34" charset="0"/>
              <a:cs typeface="Times New Roman" panose="02020603050405020304" pitchFamily="18" charset="0"/>
            </a:rPr>
            <a:t> </a:t>
          </a: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AND arrival_time BETWEEN '10:00' AND '12:00’;</a:t>
          </a:r>
        </a:p>
      </dsp:txBody>
      <dsp:txXfrm rot="10800000">
        <a:off x="3684803" y="2221705"/>
        <a:ext cx="2828751" cy="2631910"/>
      </dsp:txXfrm>
    </dsp:sp>
    <dsp:sp modelId="{BFB64237-784F-472C-9CC0-548BE771FA3F}">
      <dsp:nvSpPr>
        <dsp:cNvPr id="0" name=""/>
        <dsp:cNvSpPr/>
      </dsp:nvSpPr>
      <dsp:spPr>
        <a:xfrm>
          <a:off x="6896640" y="296227"/>
          <a:ext cx="2995767" cy="1629250"/>
        </a:xfrm>
        <a:prstGeom prst="roundRect">
          <a:avLst>
            <a:gd name="adj" fmla="val 10000"/>
          </a:avLst>
        </a:prstGeom>
        <a:blipFill rotWithShape="1">
          <a:blip xmlns:r="http://schemas.openxmlformats.org/officeDocument/2006/relationships" r:embed="rId3"/>
          <a:srcRect/>
          <a:stretch>
            <a:fillRect t="-2000" b="-2000"/>
          </a:stretch>
        </a:blip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E30F848C-E9B5-431F-8D51-4907194C02FA}">
      <dsp:nvSpPr>
        <dsp:cNvPr id="0" name=""/>
        <dsp:cNvSpPr/>
      </dsp:nvSpPr>
      <dsp:spPr>
        <a:xfrm rot="10800000">
          <a:off x="6896640" y="2221705"/>
          <a:ext cx="2995767" cy="2715418"/>
        </a:xfrm>
        <a:prstGeom prst="round2SameRect">
          <a:avLst>
            <a:gd name="adj1" fmla="val 10500"/>
            <a:gd name="adj2" fmla="val 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en-US" sz="2400" b="1" u="sng" kern="1200" dirty="0">
              <a:effectLst/>
              <a:latin typeface="Bodoni MT" panose="02070603080606020203" pitchFamily="18" charset="0"/>
              <a:ea typeface="Aptos" panose="020B0004020202020204" pitchFamily="34" charset="0"/>
              <a:cs typeface="Times New Roman" panose="02020603050405020304" pitchFamily="18" charset="0"/>
            </a:rPr>
            <a:t>Cancellation of tickets</a:t>
          </a:r>
          <a:endParaRPr lang="en-IN" sz="2400" b="1" u="sng" kern="1200" dirty="0">
            <a:effectLst/>
            <a:latin typeface="Bodoni MT" panose="02070603080606020203" pitchFamily="18" charset="0"/>
            <a:ea typeface="Aptos" panose="020B0004020202020204" pitchFamily="34"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UPDATE Ticket</a:t>
          </a:r>
          <a:r>
            <a:rPr lang="en-IN" sz="1800" kern="1200" dirty="0">
              <a:latin typeface="Bodoni MT" panose="02070603080606020203" pitchFamily="18" charset="0"/>
              <a:ea typeface="Aptos" panose="020B0004020202020204" pitchFamily="34" charset="0"/>
              <a:cs typeface="Times New Roman" panose="02020603050405020304" pitchFamily="18" charset="0"/>
            </a:rPr>
            <a:t> </a:t>
          </a: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SET Status = 'Cancelled’</a:t>
          </a:r>
          <a:r>
            <a:rPr lang="en-IN" sz="1800" kern="1200" dirty="0">
              <a:latin typeface="Bodoni MT" panose="02070603080606020203" pitchFamily="18" charset="0"/>
              <a:ea typeface="Aptos" panose="020B0004020202020204" pitchFamily="34" charset="0"/>
              <a:cs typeface="Times New Roman" panose="02020603050405020304" pitchFamily="18" charset="0"/>
            </a:rPr>
            <a:t> </a:t>
          </a: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WHERE Ticket_ID = 501;</a:t>
          </a:r>
          <a:endParaRPr lang="en-IN" sz="1800" kern="1200" dirty="0">
            <a:effectLst/>
            <a:latin typeface="Bodoni MT" panose="02070603080606020203" pitchFamily="18" charset="0"/>
            <a:ea typeface="Aptos" panose="020B0004020202020204" pitchFamily="34" charset="0"/>
            <a:cs typeface="Times New Roman" panose="02020603050405020304" pitchFamily="18" charset="0"/>
          </a:endParaRPr>
        </a:p>
      </dsp:txBody>
      <dsp:txXfrm rot="10800000">
        <a:off x="6980148" y="2221705"/>
        <a:ext cx="2828751" cy="26319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7DA6A-EC08-4B9A-A3E8-E5B6F184B168}">
      <dsp:nvSpPr>
        <dsp:cNvPr id="0" name=""/>
        <dsp:cNvSpPr/>
      </dsp:nvSpPr>
      <dsp:spPr>
        <a:xfrm>
          <a:off x="0" y="263960"/>
          <a:ext cx="7648406" cy="403200"/>
        </a:xfrm>
        <a:prstGeom prst="rect">
          <a:avLst/>
        </a:prstGeom>
        <a:solidFill>
          <a:schemeClr val="dk1">
            <a:alpha val="9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A497900-2BA8-4D1D-8072-87C7A9DB8283}">
      <dsp:nvSpPr>
        <dsp:cNvPr id="0" name=""/>
        <dsp:cNvSpPr/>
      </dsp:nvSpPr>
      <dsp:spPr>
        <a:xfrm>
          <a:off x="382420" y="27800"/>
          <a:ext cx="5353884" cy="4723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364" tIns="0" rIns="202364" bIns="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latin typeface="Bodoni MT" panose="02070603080606020203" pitchFamily="18" charset="0"/>
              <a:ea typeface="Aptos" panose="020B0004020202020204" pitchFamily="34" charset="0"/>
              <a:cs typeface="Times New Roman" panose="02020603050405020304" pitchFamily="18" charset="0"/>
            </a:rPr>
            <a:t>Oracle Database </a:t>
          </a:r>
          <a:r>
            <a:rPr lang="en-US" sz="1800" kern="1200" dirty="0">
              <a:effectLst/>
              <a:latin typeface="Bodoni MT" panose="02070603080606020203" pitchFamily="18" charset="0"/>
              <a:ea typeface="Aptos" panose="020B0004020202020204" pitchFamily="34" charset="0"/>
              <a:cs typeface="Times New Roman" panose="02020603050405020304" pitchFamily="18" charset="0"/>
            </a:rPr>
            <a:t>→ IRCTC uses Oracle as the backend because of its scalability and security. </a:t>
          </a:r>
          <a:endParaRPr lang="en-IN" sz="1800" kern="1200" dirty="0">
            <a:latin typeface="Bodoni MT" panose="02070603080606020203" pitchFamily="18" charset="0"/>
          </a:endParaRPr>
        </a:p>
      </dsp:txBody>
      <dsp:txXfrm>
        <a:off x="405477" y="50857"/>
        <a:ext cx="5307770" cy="426206"/>
      </dsp:txXfrm>
    </dsp:sp>
    <dsp:sp modelId="{8220E7DC-715D-439C-A973-6B39926FC303}">
      <dsp:nvSpPr>
        <dsp:cNvPr id="0" name=""/>
        <dsp:cNvSpPr/>
      </dsp:nvSpPr>
      <dsp:spPr>
        <a:xfrm>
          <a:off x="0" y="989720"/>
          <a:ext cx="7648406" cy="403200"/>
        </a:xfrm>
        <a:prstGeom prst="rect">
          <a:avLst/>
        </a:prstGeom>
        <a:solidFill>
          <a:schemeClr val="dk1">
            <a:alpha val="9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A0D18A5D-D7F8-4618-8340-58E9077E6DB0}">
      <dsp:nvSpPr>
        <dsp:cNvPr id="0" name=""/>
        <dsp:cNvSpPr/>
      </dsp:nvSpPr>
      <dsp:spPr>
        <a:xfrm>
          <a:off x="382420" y="753560"/>
          <a:ext cx="5353884" cy="4723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364" tIns="0" rIns="202364" bIns="0" numCol="1" spcCol="1270" anchor="ctr" anchorCtr="0">
          <a:noAutofit/>
        </a:bodyPr>
        <a:lstStyle/>
        <a:p>
          <a:pPr marL="0" lvl="0" indent="0" algn="l" defTabSz="800100">
            <a:lnSpc>
              <a:spcPct val="90000"/>
            </a:lnSpc>
            <a:spcBef>
              <a:spcPct val="0"/>
            </a:spcBef>
            <a:spcAft>
              <a:spcPct val="35000"/>
            </a:spcAft>
            <a:buNone/>
          </a:pPr>
          <a:r>
            <a:rPr lang="en-IN" sz="1800" b="1" kern="1200" dirty="0">
              <a:effectLst/>
              <a:latin typeface="Bodoni MT" panose="02070603080606020203" pitchFamily="18" charset="0"/>
              <a:ea typeface="Aptos" panose="020B0004020202020204" pitchFamily="34" charset="0"/>
              <a:cs typeface="Times New Roman" panose="02020603050405020304" pitchFamily="18" charset="0"/>
            </a:rPr>
            <a:t>Frontend</a:t>
          </a:r>
          <a:r>
            <a:rPr lang="en-IN" sz="1800" kern="1200" dirty="0">
              <a:effectLst/>
              <a:latin typeface="Bodoni MT" panose="02070603080606020203" pitchFamily="18" charset="0"/>
              <a:ea typeface="Aptos" panose="020B0004020202020204" pitchFamily="34" charset="0"/>
              <a:cs typeface="Times New Roman" panose="02020603050405020304" pitchFamily="18" charset="0"/>
            </a:rPr>
            <a:t> → Booking app and website where users book tickets.</a:t>
          </a:r>
        </a:p>
      </dsp:txBody>
      <dsp:txXfrm>
        <a:off x="405477" y="776617"/>
        <a:ext cx="5307770" cy="426206"/>
      </dsp:txXfrm>
    </dsp:sp>
    <dsp:sp modelId="{2BAB0A80-F290-4E8B-A2D2-4FBC8398537A}">
      <dsp:nvSpPr>
        <dsp:cNvPr id="0" name=""/>
        <dsp:cNvSpPr/>
      </dsp:nvSpPr>
      <dsp:spPr>
        <a:xfrm>
          <a:off x="0" y="1715480"/>
          <a:ext cx="7648406" cy="403200"/>
        </a:xfrm>
        <a:prstGeom prst="rect">
          <a:avLst/>
        </a:prstGeom>
        <a:solidFill>
          <a:schemeClr val="dk1">
            <a:alpha val="9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DDAD41BE-C757-4975-A211-33607F477A9B}">
      <dsp:nvSpPr>
        <dsp:cNvPr id="0" name=""/>
        <dsp:cNvSpPr/>
      </dsp:nvSpPr>
      <dsp:spPr>
        <a:xfrm>
          <a:off x="382420" y="1479320"/>
          <a:ext cx="5353884" cy="4723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364" tIns="0" rIns="202364" bIns="0" numCol="1" spcCol="1270" anchor="ctr" anchorCtr="0">
          <a:noAutofit/>
        </a:bodyPr>
        <a:lstStyle/>
        <a:p>
          <a:pPr marL="0" lvl="0" indent="0" algn="l" defTabSz="800100">
            <a:lnSpc>
              <a:spcPct val="90000"/>
            </a:lnSpc>
            <a:spcBef>
              <a:spcPct val="0"/>
            </a:spcBef>
            <a:spcAft>
              <a:spcPct val="35000"/>
            </a:spcAft>
            <a:buNone/>
          </a:pPr>
          <a:r>
            <a:rPr lang="en-IN" sz="1800" b="1" kern="1200" dirty="0">
              <a:effectLst/>
              <a:latin typeface="Bodoni MT" panose="02070603080606020203" pitchFamily="18" charset="0"/>
              <a:ea typeface="Aptos" panose="020B0004020202020204" pitchFamily="34" charset="0"/>
              <a:cs typeface="Times New Roman" panose="02020603050405020304" pitchFamily="18" charset="0"/>
            </a:rPr>
            <a:t>Backend</a:t>
          </a:r>
          <a:r>
            <a:rPr lang="en-IN" sz="1800" kern="1200" dirty="0">
              <a:effectLst/>
              <a:latin typeface="Bodoni MT" panose="02070603080606020203" pitchFamily="18" charset="0"/>
              <a:ea typeface="Aptos" panose="020B0004020202020204" pitchFamily="34" charset="0"/>
              <a:cs typeface="Times New Roman" panose="02020603050405020304" pitchFamily="18" charset="0"/>
            </a:rPr>
            <a:t> → Built with Java, Python, to process requests.</a:t>
          </a:r>
        </a:p>
      </dsp:txBody>
      <dsp:txXfrm>
        <a:off x="405477" y="1502377"/>
        <a:ext cx="5307770" cy="426206"/>
      </dsp:txXfrm>
    </dsp:sp>
    <dsp:sp modelId="{14BCFA68-E42C-469F-B451-F289324491C2}">
      <dsp:nvSpPr>
        <dsp:cNvPr id="0" name=""/>
        <dsp:cNvSpPr/>
      </dsp:nvSpPr>
      <dsp:spPr>
        <a:xfrm>
          <a:off x="0" y="2441240"/>
          <a:ext cx="7648406" cy="403200"/>
        </a:xfrm>
        <a:prstGeom prst="rect">
          <a:avLst/>
        </a:prstGeom>
        <a:solidFill>
          <a:schemeClr val="dk1">
            <a:alpha val="9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559456A9-4D27-4C28-AB07-4A5E8B0C8248}">
      <dsp:nvSpPr>
        <dsp:cNvPr id="0" name=""/>
        <dsp:cNvSpPr/>
      </dsp:nvSpPr>
      <dsp:spPr>
        <a:xfrm>
          <a:off x="382420" y="2205079"/>
          <a:ext cx="5353884" cy="4723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364" tIns="0" rIns="202364" bIns="0" numCol="1" spcCol="1270" anchor="ctr" anchorCtr="0">
          <a:noAutofit/>
        </a:bodyPr>
        <a:lstStyle/>
        <a:p>
          <a:pPr marL="0" lvl="0" indent="0" algn="l" defTabSz="800100">
            <a:lnSpc>
              <a:spcPct val="90000"/>
            </a:lnSpc>
            <a:spcBef>
              <a:spcPct val="0"/>
            </a:spcBef>
            <a:spcAft>
              <a:spcPct val="35000"/>
            </a:spcAft>
            <a:buNone/>
          </a:pPr>
          <a:r>
            <a:rPr lang="en-IN" sz="1800" b="1" kern="1200" dirty="0">
              <a:effectLst/>
              <a:latin typeface="Bodoni MT" panose="02070603080606020203" pitchFamily="18" charset="0"/>
              <a:ea typeface="Aptos" panose="020B0004020202020204" pitchFamily="34" charset="0"/>
              <a:cs typeface="Times New Roman" panose="02020603050405020304" pitchFamily="18" charset="0"/>
            </a:rPr>
            <a:t>Database</a:t>
          </a:r>
          <a:r>
            <a:rPr lang="en-IN" sz="1800" kern="1200" dirty="0">
              <a:effectLst/>
              <a:latin typeface="Bodoni MT" panose="02070603080606020203" pitchFamily="18" charset="0"/>
              <a:ea typeface="Aptos" panose="020B0004020202020204" pitchFamily="34" charset="0"/>
              <a:cs typeface="Times New Roman" panose="02020603050405020304" pitchFamily="18" charset="0"/>
            </a:rPr>
            <a:t> → MySQL, Oracle, PostgreSQL store passenger and train data.</a:t>
          </a:r>
        </a:p>
      </dsp:txBody>
      <dsp:txXfrm>
        <a:off x="405477" y="2228136"/>
        <a:ext cx="5307770" cy="426206"/>
      </dsp:txXfrm>
    </dsp:sp>
    <dsp:sp modelId="{FFF522D5-92A3-4A61-8234-C39A8AB14094}">
      <dsp:nvSpPr>
        <dsp:cNvPr id="0" name=""/>
        <dsp:cNvSpPr/>
      </dsp:nvSpPr>
      <dsp:spPr>
        <a:xfrm>
          <a:off x="0" y="3167000"/>
          <a:ext cx="7648406" cy="403200"/>
        </a:xfrm>
        <a:prstGeom prst="rect">
          <a:avLst/>
        </a:prstGeom>
        <a:solidFill>
          <a:schemeClr val="dk1">
            <a:alpha val="9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F63E22A-E1EE-46AB-A7B0-F3D4E096F732}">
      <dsp:nvSpPr>
        <dsp:cNvPr id="0" name=""/>
        <dsp:cNvSpPr/>
      </dsp:nvSpPr>
      <dsp:spPr>
        <a:xfrm>
          <a:off x="382420" y="2930840"/>
          <a:ext cx="5353884" cy="4723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364" tIns="0" rIns="202364" bIns="0" numCol="1" spcCol="1270" anchor="ctr" anchorCtr="0">
          <a:noAutofit/>
        </a:bodyPr>
        <a:lstStyle/>
        <a:p>
          <a:pPr marL="0" lvl="0" indent="0" algn="l" defTabSz="800100">
            <a:lnSpc>
              <a:spcPct val="90000"/>
            </a:lnSpc>
            <a:spcBef>
              <a:spcPct val="0"/>
            </a:spcBef>
            <a:spcAft>
              <a:spcPct val="35000"/>
            </a:spcAft>
            <a:buNone/>
          </a:pPr>
          <a:r>
            <a:rPr lang="en-IN" sz="1800" b="1" kern="1200" dirty="0">
              <a:effectLst/>
              <a:latin typeface="Bodoni MT" panose="02070603080606020203" pitchFamily="18" charset="0"/>
              <a:ea typeface="Aptos" panose="020B0004020202020204" pitchFamily="34" charset="0"/>
              <a:cs typeface="Times New Roman" panose="02020603050405020304" pitchFamily="18" charset="0"/>
            </a:rPr>
            <a:t>ETL</a:t>
          </a:r>
          <a:r>
            <a:rPr lang="en-IN" sz="1800" kern="1200" dirty="0">
              <a:effectLst/>
              <a:latin typeface="Bodoni MT" panose="02070603080606020203" pitchFamily="18" charset="0"/>
              <a:ea typeface="Aptos" panose="020B0004020202020204" pitchFamily="34" charset="0"/>
              <a:cs typeface="Times New Roman" panose="02020603050405020304" pitchFamily="18" charset="0"/>
            </a:rPr>
            <a:t> → Tools like Kafka, Talend move and clean data.</a:t>
          </a:r>
        </a:p>
      </dsp:txBody>
      <dsp:txXfrm>
        <a:off x="405477" y="2953897"/>
        <a:ext cx="5307770" cy="426206"/>
      </dsp:txXfrm>
    </dsp:sp>
    <dsp:sp modelId="{47D974BE-D686-429C-BE63-DF565A68BE69}">
      <dsp:nvSpPr>
        <dsp:cNvPr id="0" name=""/>
        <dsp:cNvSpPr/>
      </dsp:nvSpPr>
      <dsp:spPr>
        <a:xfrm>
          <a:off x="0" y="3892760"/>
          <a:ext cx="7648406" cy="403200"/>
        </a:xfrm>
        <a:prstGeom prst="rect">
          <a:avLst/>
        </a:prstGeom>
        <a:solidFill>
          <a:schemeClr val="dk1">
            <a:alpha val="9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586B71D9-6B3F-42A1-B564-7CA2A4120542}">
      <dsp:nvSpPr>
        <dsp:cNvPr id="0" name=""/>
        <dsp:cNvSpPr/>
      </dsp:nvSpPr>
      <dsp:spPr>
        <a:xfrm>
          <a:off x="382420" y="3656600"/>
          <a:ext cx="5353884" cy="4723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364" tIns="0" rIns="202364" bIns="0" numCol="1" spcCol="1270" anchor="ctr" anchorCtr="0">
          <a:noAutofit/>
        </a:bodyPr>
        <a:lstStyle/>
        <a:p>
          <a:pPr marL="0" lvl="0" indent="0" algn="l" defTabSz="800100">
            <a:lnSpc>
              <a:spcPct val="90000"/>
            </a:lnSpc>
            <a:spcBef>
              <a:spcPct val="0"/>
            </a:spcBef>
            <a:spcAft>
              <a:spcPct val="35000"/>
            </a:spcAft>
            <a:buNone/>
          </a:pPr>
          <a:r>
            <a:rPr lang="en-IN" sz="1800" b="1" kern="1200" dirty="0">
              <a:effectLst/>
              <a:latin typeface="Bodoni MT" panose="02070603080606020203" pitchFamily="18" charset="0"/>
              <a:ea typeface="Aptos" panose="020B0004020202020204" pitchFamily="34" charset="0"/>
              <a:cs typeface="Times New Roman" panose="02020603050405020304" pitchFamily="18" charset="0"/>
            </a:rPr>
            <a:t>Analytics</a:t>
          </a:r>
          <a:r>
            <a:rPr lang="en-IN" sz="1800" kern="1200" dirty="0">
              <a:effectLst/>
              <a:latin typeface="Bodoni MT" panose="02070603080606020203" pitchFamily="18" charset="0"/>
              <a:ea typeface="Aptos" panose="020B0004020202020204" pitchFamily="34" charset="0"/>
              <a:cs typeface="Times New Roman" panose="02020603050405020304" pitchFamily="18" charset="0"/>
            </a:rPr>
            <a:t> → Power BI, Tableau, Python, R show reports and insights.</a:t>
          </a:r>
        </a:p>
      </dsp:txBody>
      <dsp:txXfrm>
        <a:off x="405477" y="3679657"/>
        <a:ext cx="5307770" cy="426206"/>
      </dsp:txXfrm>
    </dsp:sp>
    <dsp:sp modelId="{62F6B17E-A24E-417B-9E63-32A34FD2DA9E}">
      <dsp:nvSpPr>
        <dsp:cNvPr id="0" name=""/>
        <dsp:cNvSpPr/>
      </dsp:nvSpPr>
      <dsp:spPr>
        <a:xfrm>
          <a:off x="0" y="4618520"/>
          <a:ext cx="7648406" cy="403200"/>
        </a:xfrm>
        <a:prstGeom prst="rect">
          <a:avLst/>
        </a:prstGeom>
        <a:solidFill>
          <a:schemeClr val="dk1">
            <a:alpha val="90000"/>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03FB7DB5-EB45-48F3-9906-47FEEA4603E1}">
      <dsp:nvSpPr>
        <dsp:cNvPr id="0" name=""/>
        <dsp:cNvSpPr/>
      </dsp:nvSpPr>
      <dsp:spPr>
        <a:xfrm>
          <a:off x="382420" y="4382360"/>
          <a:ext cx="5353884" cy="4723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364" tIns="0" rIns="202364" bIns="0" numCol="1" spcCol="1270" anchor="ctr" anchorCtr="0">
          <a:noAutofit/>
        </a:bodyPr>
        <a:lstStyle/>
        <a:p>
          <a:pPr marL="0" lvl="0" indent="0" algn="l" defTabSz="800100">
            <a:lnSpc>
              <a:spcPct val="90000"/>
            </a:lnSpc>
            <a:spcBef>
              <a:spcPct val="0"/>
            </a:spcBef>
            <a:spcAft>
              <a:spcPct val="35000"/>
            </a:spcAft>
            <a:buNone/>
          </a:pPr>
          <a:r>
            <a:rPr lang="en-IN" sz="1800" b="1" kern="1200" dirty="0">
              <a:effectLst/>
              <a:latin typeface="Bodoni MT" panose="02070603080606020203" pitchFamily="18" charset="0"/>
              <a:ea typeface="Aptos" panose="020B0004020202020204" pitchFamily="34" charset="0"/>
              <a:cs typeface="Times New Roman" panose="02020603050405020304" pitchFamily="18" charset="0"/>
            </a:rPr>
            <a:t>Cloud</a:t>
          </a:r>
          <a:r>
            <a:rPr lang="en-IN" sz="1800" kern="1200" dirty="0">
              <a:effectLst/>
              <a:latin typeface="Bodoni MT" panose="02070603080606020203" pitchFamily="18" charset="0"/>
              <a:ea typeface="Aptos" panose="020B0004020202020204" pitchFamily="34" charset="0"/>
              <a:cs typeface="Times New Roman" panose="02020603050405020304" pitchFamily="18" charset="0"/>
            </a:rPr>
            <a:t> → AWS, Azure, GCP host and run the system.</a:t>
          </a:r>
        </a:p>
      </dsp:txBody>
      <dsp:txXfrm>
        <a:off x="405477" y="4405417"/>
        <a:ext cx="5307770" cy="4262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C4456-62E8-455C-8A79-EEC77A837241}">
      <dsp:nvSpPr>
        <dsp:cNvPr id="0" name=""/>
        <dsp:cNvSpPr/>
      </dsp:nvSpPr>
      <dsp:spPr>
        <a:xfrm>
          <a:off x="-5563493" y="-851745"/>
          <a:ext cx="6624105" cy="6624105"/>
        </a:xfrm>
        <a:prstGeom prst="blockArc">
          <a:avLst>
            <a:gd name="adj1" fmla="val 18900000"/>
            <a:gd name="adj2" fmla="val 2700000"/>
            <a:gd name="adj3" fmla="val 326"/>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ED4F02-3745-4921-9A02-EC1BE0BB7345}">
      <dsp:nvSpPr>
        <dsp:cNvPr id="0" name=""/>
        <dsp:cNvSpPr/>
      </dsp:nvSpPr>
      <dsp:spPr>
        <a:xfrm>
          <a:off x="395298" y="259119"/>
          <a:ext cx="9299746" cy="51804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196" tIns="53340" rIns="53340" bIns="53340" numCol="1" spcCol="1270" anchor="ctr" anchorCtr="0">
          <a:noAutofit/>
        </a:bodyPr>
        <a:lstStyle/>
        <a:p>
          <a:pPr marL="0" lvl="0" indent="0" algn="l" defTabSz="933450">
            <a:lnSpc>
              <a:spcPct val="90000"/>
            </a:lnSpc>
            <a:spcBef>
              <a:spcPct val="0"/>
            </a:spcBef>
            <a:spcAft>
              <a:spcPct val="35000"/>
            </a:spcAft>
            <a:buNone/>
          </a:pPr>
          <a:r>
            <a:rPr lang="en-IN" sz="2100" kern="1200" dirty="0">
              <a:solidFill>
                <a:schemeClr val="tx1"/>
              </a:solidFill>
              <a:latin typeface="Bodoni MT" panose="02070603080606020203" pitchFamily="18" charset="0"/>
            </a:rPr>
            <a:t>Faster Bookings → Handles crores of users smoothly, even during Tatkal</a:t>
          </a:r>
          <a:r>
            <a:rPr lang="en-IN" sz="2100" kern="1200" dirty="0">
              <a:solidFill>
                <a:schemeClr val="tx1"/>
              </a:solidFill>
            </a:rPr>
            <a:t>.</a:t>
          </a:r>
        </a:p>
      </dsp:txBody>
      <dsp:txXfrm>
        <a:off x="395298" y="259119"/>
        <a:ext cx="9299746" cy="518042"/>
      </dsp:txXfrm>
    </dsp:sp>
    <dsp:sp modelId="{90C15652-9DF8-41D6-86E7-B1DBDED37E54}">
      <dsp:nvSpPr>
        <dsp:cNvPr id="0" name=""/>
        <dsp:cNvSpPr/>
      </dsp:nvSpPr>
      <dsp:spPr>
        <a:xfrm>
          <a:off x="71521" y="194364"/>
          <a:ext cx="647552" cy="64755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BC055F-6013-4BED-B7CB-8B311EB34108}">
      <dsp:nvSpPr>
        <dsp:cNvPr id="0" name=""/>
        <dsp:cNvSpPr/>
      </dsp:nvSpPr>
      <dsp:spPr>
        <a:xfrm>
          <a:off x="821423" y="1036084"/>
          <a:ext cx="8873620" cy="51804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196" tIns="53340" rIns="53340" bIns="53340" numCol="1" spcCol="1270" anchor="ctr" anchorCtr="0">
          <a:noAutofit/>
        </a:bodyPr>
        <a:lstStyle/>
        <a:p>
          <a:pPr marL="0" lvl="0" indent="0" algn="l" defTabSz="933450">
            <a:lnSpc>
              <a:spcPct val="90000"/>
            </a:lnSpc>
            <a:spcBef>
              <a:spcPct val="0"/>
            </a:spcBef>
            <a:spcAft>
              <a:spcPct val="35000"/>
            </a:spcAft>
            <a:buNone/>
          </a:pPr>
          <a:r>
            <a:rPr lang="en-IN" sz="2100" kern="1200" dirty="0">
              <a:solidFill>
                <a:schemeClr val="tx1"/>
              </a:solidFill>
              <a:latin typeface="Bodoni MT" panose="02070603080606020203" pitchFamily="18" charset="0"/>
            </a:rPr>
            <a:t>Accurate Seat Allocation → Automatic rules ensure fair distribution.</a:t>
          </a:r>
        </a:p>
      </dsp:txBody>
      <dsp:txXfrm>
        <a:off x="821423" y="1036084"/>
        <a:ext cx="8873620" cy="518042"/>
      </dsp:txXfrm>
    </dsp:sp>
    <dsp:sp modelId="{15CC952C-D3C1-496D-9545-2F366A6E5720}">
      <dsp:nvSpPr>
        <dsp:cNvPr id="0" name=""/>
        <dsp:cNvSpPr/>
      </dsp:nvSpPr>
      <dsp:spPr>
        <a:xfrm>
          <a:off x="497646" y="971329"/>
          <a:ext cx="647552" cy="64755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8E66F6-8CA9-41CA-A137-509F028861C5}">
      <dsp:nvSpPr>
        <dsp:cNvPr id="0" name=""/>
        <dsp:cNvSpPr/>
      </dsp:nvSpPr>
      <dsp:spPr>
        <a:xfrm>
          <a:off x="1016279" y="1813049"/>
          <a:ext cx="8678764" cy="51804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196" tIns="53340" rIns="53340" bIns="53340" numCol="1" spcCol="1270" anchor="ctr" anchorCtr="0">
          <a:noAutofit/>
        </a:bodyPr>
        <a:lstStyle/>
        <a:p>
          <a:pPr marL="0" lvl="0" indent="0" algn="l" defTabSz="933450">
            <a:lnSpc>
              <a:spcPct val="90000"/>
            </a:lnSpc>
            <a:spcBef>
              <a:spcPct val="0"/>
            </a:spcBef>
            <a:spcAft>
              <a:spcPct val="35000"/>
            </a:spcAft>
            <a:buNone/>
          </a:pPr>
          <a:r>
            <a:rPr lang="en-IN" sz="2100" kern="1200" dirty="0">
              <a:solidFill>
                <a:schemeClr val="tx1"/>
              </a:solidFill>
              <a:latin typeface="Bodoni MT" panose="02070603080606020203" pitchFamily="18" charset="0"/>
            </a:rPr>
            <a:t>Real-Time Information → Instant PNR, train location, and seat status.</a:t>
          </a:r>
        </a:p>
      </dsp:txBody>
      <dsp:txXfrm>
        <a:off x="1016279" y="1813049"/>
        <a:ext cx="8678764" cy="518042"/>
      </dsp:txXfrm>
    </dsp:sp>
    <dsp:sp modelId="{C5CE5DE8-6E69-4563-A800-2A179CF11D51}">
      <dsp:nvSpPr>
        <dsp:cNvPr id="0" name=""/>
        <dsp:cNvSpPr/>
      </dsp:nvSpPr>
      <dsp:spPr>
        <a:xfrm>
          <a:off x="692503" y="1748294"/>
          <a:ext cx="647552" cy="64755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F338C8-9700-43A9-B06F-EB0EDE5310F0}">
      <dsp:nvSpPr>
        <dsp:cNvPr id="0" name=""/>
        <dsp:cNvSpPr/>
      </dsp:nvSpPr>
      <dsp:spPr>
        <a:xfrm>
          <a:off x="1016279" y="2589522"/>
          <a:ext cx="8678764" cy="51804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196" tIns="53340" rIns="53340" bIns="53340" numCol="1" spcCol="1270" anchor="ctr" anchorCtr="0">
          <a:noAutofit/>
        </a:bodyPr>
        <a:lstStyle/>
        <a:p>
          <a:pPr marL="0" lvl="0" indent="0" algn="l" defTabSz="933450">
            <a:lnSpc>
              <a:spcPct val="90000"/>
            </a:lnSpc>
            <a:spcBef>
              <a:spcPct val="0"/>
            </a:spcBef>
            <a:spcAft>
              <a:spcPct val="35000"/>
            </a:spcAft>
            <a:buNone/>
          </a:pPr>
          <a:r>
            <a:rPr lang="en-IN" sz="2100" kern="1200" dirty="0">
              <a:solidFill>
                <a:schemeClr val="tx1"/>
              </a:solidFill>
              <a:latin typeface="Bodoni MT" panose="02070603080606020203" pitchFamily="18" charset="0"/>
            </a:rPr>
            <a:t>Better Decision-Making → Data helps in planning new trains and routes.</a:t>
          </a:r>
        </a:p>
      </dsp:txBody>
      <dsp:txXfrm>
        <a:off x="1016279" y="2589522"/>
        <a:ext cx="8678764" cy="518042"/>
      </dsp:txXfrm>
    </dsp:sp>
    <dsp:sp modelId="{58ECB81B-3409-40B8-A2B4-67AC44494BA5}">
      <dsp:nvSpPr>
        <dsp:cNvPr id="0" name=""/>
        <dsp:cNvSpPr/>
      </dsp:nvSpPr>
      <dsp:spPr>
        <a:xfrm>
          <a:off x="692503" y="2524767"/>
          <a:ext cx="647552" cy="64755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DD51C0-F5D6-4D2A-926D-C05B67C7DD99}">
      <dsp:nvSpPr>
        <dsp:cNvPr id="0" name=""/>
        <dsp:cNvSpPr/>
      </dsp:nvSpPr>
      <dsp:spPr>
        <a:xfrm>
          <a:off x="821423" y="3366487"/>
          <a:ext cx="8873620" cy="51804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196" tIns="53340" rIns="53340" bIns="53340" numCol="1" spcCol="1270" anchor="ctr" anchorCtr="0">
          <a:noAutofit/>
        </a:bodyPr>
        <a:lstStyle/>
        <a:p>
          <a:pPr marL="0" lvl="0" indent="0" algn="l" defTabSz="933450">
            <a:lnSpc>
              <a:spcPct val="90000"/>
            </a:lnSpc>
            <a:spcBef>
              <a:spcPct val="0"/>
            </a:spcBef>
            <a:spcAft>
              <a:spcPct val="35000"/>
            </a:spcAft>
            <a:buNone/>
          </a:pPr>
          <a:r>
            <a:rPr lang="en-IN" sz="2100" kern="1200" dirty="0">
              <a:solidFill>
                <a:schemeClr val="tx1"/>
              </a:solidFill>
              <a:latin typeface="Bodoni MT" panose="02070603080606020203" pitchFamily="18" charset="0"/>
            </a:rPr>
            <a:t>Safe Payments → Secure transactions and reliable refund system.</a:t>
          </a:r>
        </a:p>
      </dsp:txBody>
      <dsp:txXfrm>
        <a:off x="821423" y="3366487"/>
        <a:ext cx="8873620" cy="518042"/>
      </dsp:txXfrm>
    </dsp:sp>
    <dsp:sp modelId="{9BEDB41A-5CD0-4026-AE56-3075D19F5832}">
      <dsp:nvSpPr>
        <dsp:cNvPr id="0" name=""/>
        <dsp:cNvSpPr/>
      </dsp:nvSpPr>
      <dsp:spPr>
        <a:xfrm>
          <a:off x="497646" y="3301731"/>
          <a:ext cx="647552" cy="64755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E26390-471E-4797-8697-A12DDF011978}">
      <dsp:nvSpPr>
        <dsp:cNvPr id="0" name=""/>
        <dsp:cNvSpPr/>
      </dsp:nvSpPr>
      <dsp:spPr>
        <a:xfrm>
          <a:off x="395298" y="4143452"/>
          <a:ext cx="9299746" cy="518042"/>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196" tIns="53340" rIns="53340" bIns="53340" numCol="1" spcCol="1270" anchor="ctr" anchorCtr="0">
          <a:noAutofit/>
        </a:bodyPr>
        <a:lstStyle/>
        <a:p>
          <a:pPr marL="0" lvl="0" indent="0" algn="l" defTabSz="933450">
            <a:lnSpc>
              <a:spcPct val="90000"/>
            </a:lnSpc>
            <a:spcBef>
              <a:spcPct val="0"/>
            </a:spcBef>
            <a:spcAft>
              <a:spcPct val="35000"/>
            </a:spcAft>
            <a:buNone/>
          </a:pPr>
          <a:r>
            <a:rPr lang="en-IN" sz="2100" kern="1200" dirty="0">
              <a:solidFill>
                <a:schemeClr val="tx1">
                  <a:lumMod val="95000"/>
                  <a:lumOff val="5000"/>
                </a:schemeClr>
              </a:solidFill>
              <a:latin typeface="Bodoni MT" panose="02070603080606020203" pitchFamily="18" charset="0"/>
            </a:rPr>
            <a:t>Improved Customer Experience → Less wait, more trust, easy travel.</a:t>
          </a:r>
        </a:p>
      </dsp:txBody>
      <dsp:txXfrm>
        <a:off x="395298" y="4143452"/>
        <a:ext cx="9299746" cy="518042"/>
      </dsp:txXfrm>
    </dsp:sp>
    <dsp:sp modelId="{D73275BB-21D9-44AE-A1F6-33398EA0E7C7}">
      <dsp:nvSpPr>
        <dsp:cNvPr id="0" name=""/>
        <dsp:cNvSpPr/>
      </dsp:nvSpPr>
      <dsp:spPr>
        <a:xfrm>
          <a:off x="0" y="4081727"/>
          <a:ext cx="647552" cy="64755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78AFC-3B39-40A7-ACBA-AB4AC309F0C1}">
      <dsp:nvSpPr>
        <dsp:cNvPr id="0" name=""/>
        <dsp:cNvSpPr/>
      </dsp:nvSpPr>
      <dsp:spPr>
        <a:xfrm>
          <a:off x="0" y="837526"/>
          <a:ext cx="11035862"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E15481-CC42-4555-9A04-97CDF309A22B}">
      <dsp:nvSpPr>
        <dsp:cNvPr id="0" name=""/>
        <dsp:cNvSpPr/>
      </dsp:nvSpPr>
      <dsp:spPr>
        <a:xfrm>
          <a:off x="551793" y="339096"/>
          <a:ext cx="7725103" cy="560880"/>
        </a:xfrm>
        <a:prstGeom prst="roundRect">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1" tIns="0" rIns="291991" bIns="0" numCol="1" spcCol="1270" anchor="ctr" anchorCtr="0">
          <a:noAutofit/>
        </a:bodyPr>
        <a:lstStyle/>
        <a:p>
          <a:pPr marL="0" lvl="0" indent="0" algn="l" defTabSz="844550">
            <a:lnSpc>
              <a:spcPct val="90000"/>
            </a:lnSpc>
            <a:spcBef>
              <a:spcPct val="0"/>
            </a:spcBef>
            <a:spcAft>
              <a:spcPct val="35000"/>
            </a:spcAft>
            <a:buNone/>
          </a:pPr>
          <a:r>
            <a:rPr lang="en-IN" sz="1900" b="1"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Scalability is Key </a:t>
          </a:r>
          <a:r>
            <a:rPr lang="en-IN" sz="1900"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Systems must handle crores of users smoothly</a:t>
          </a:r>
          <a:r>
            <a:rPr lang="en-IN" sz="1900" kern="1200" dirty="0">
              <a:solidFill>
                <a:schemeClr val="tx1"/>
              </a:solidFill>
              <a:effectLst/>
              <a:latin typeface="Bahnschrift Light SemiCondensed" panose="020B0502040204020203" pitchFamily="34" charset="0"/>
              <a:ea typeface="Aptos" panose="020B0004020202020204" pitchFamily="34" charset="0"/>
              <a:cs typeface="Times New Roman" panose="02020603050405020304" pitchFamily="18" charset="0"/>
            </a:rPr>
            <a:t>.</a:t>
          </a:r>
          <a:endParaRPr lang="en-IN" sz="1900" kern="1200" dirty="0">
            <a:solidFill>
              <a:schemeClr val="tx1"/>
            </a:solidFill>
          </a:endParaRPr>
        </a:p>
      </dsp:txBody>
      <dsp:txXfrm>
        <a:off x="579173" y="366476"/>
        <a:ext cx="7670343" cy="506120"/>
      </dsp:txXfrm>
    </dsp:sp>
    <dsp:sp modelId="{470FBAAA-765F-448E-A7BD-A843D268E862}">
      <dsp:nvSpPr>
        <dsp:cNvPr id="0" name=""/>
        <dsp:cNvSpPr/>
      </dsp:nvSpPr>
      <dsp:spPr>
        <a:xfrm>
          <a:off x="0" y="1481376"/>
          <a:ext cx="11035862"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DA88BF-FEBE-4B1A-A543-FFBEC0292C6B}">
      <dsp:nvSpPr>
        <dsp:cNvPr id="0" name=""/>
        <dsp:cNvSpPr/>
      </dsp:nvSpPr>
      <dsp:spPr>
        <a:xfrm>
          <a:off x="551793" y="1200936"/>
          <a:ext cx="7725103" cy="560880"/>
        </a:xfrm>
        <a:prstGeom prst="roundRect">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1" tIns="0" rIns="291991" bIns="0" numCol="1" spcCol="1270" anchor="ctr" anchorCtr="0">
          <a:noAutofit/>
        </a:bodyPr>
        <a:lstStyle/>
        <a:p>
          <a:pPr marL="0" lvl="0" indent="0" algn="l" defTabSz="844550">
            <a:lnSpc>
              <a:spcPct val="90000"/>
            </a:lnSpc>
            <a:spcBef>
              <a:spcPct val="0"/>
            </a:spcBef>
            <a:spcAft>
              <a:spcPct val="35000"/>
            </a:spcAft>
            <a:buNone/>
          </a:pPr>
          <a:r>
            <a:rPr lang="en-IN" sz="1900" b="1"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Automation Helps</a:t>
          </a:r>
          <a:r>
            <a:rPr lang="en-IN" sz="1900"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 SQL procedures ensure fair seat allocation.</a:t>
          </a:r>
        </a:p>
      </dsp:txBody>
      <dsp:txXfrm>
        <a:off x="579173" y="1228316"/>
        <a:ext cx="7670343" cy="506120"/>
      </dsp:txXfrm>
    </dsp:sp>
    <dsp:sp modelId="{91CD4D0E-EBDF-4831-BFDD-B2FA8AEB301E}">
      <dsp:nvSpPr>
        <dsp:cNvPr id="0" name=""/>
        <dsp:cNvSpPr/>
      </dsp:nvSpPr>
      <dsp:spPr>
        <a:xfrm>
          <a:off x="0" y="2343216"/>
          <a:ext cx="11035862"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7D4383-9FA4-4500-A7A7-67C979C3AAF3}">
      <dsp:nvSpPr>
        <dsp:cNvPr id="0" name=""/>
        <dsp:cNvSpPr/>
      </dsp:nvSpPr>
      <dsp:spPr>
        <a:xfrm>
          <a:off x="551793" y="2062776"/>
          <a:ext cx="7725103" cy="560880"/>
        </a:xfrm>
        <a:prstGeom prst="roundRect">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1" tIns="0" rIns="291991" bIns="0" numCol="1" spcCol="1270" anchor="ctr" anchorCtr="0">
          <a:noAutofit/>
        </a:bodyPr>
        <a:lstStyle/>
        <a:p>
          <a:pPr marL="0" lvl="0" indent="0" algn="l" defTabSz="844550">
            <a:lnSpc>
              <a:spcPct val="90000"/>
            </a:lnSpc>
            <a:spcBef>
              <a:spcPct val="0"/>
            </a:spcBef>
            <a:spcAft>
              <a:spcPct val="35000"/>
            </a:spcAft>
            <a:buNone/>
          </a:pPr>
          <a:r>
            <a:rPr lang="en-IN" sz="1900" b="1"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Real-Time Data Matters</a:t>
          </a:r>
          <a:r>
            <a:rPr lang="en-IN" sz="1900"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 Live updates improve customer trust.</a:t>
          </a:r>
        </a:p>
      </dsp:txBody>
      <dsp:txXfrm>
        <a:off x="579173" y="2090156"/>
        <a:ext cx="7670343" cy="506120"/>
      </dsp:txXfrm>
    </dsp:sp>
    <dsp:sp modelId="{884B22FF-23BD-4F1B-B7D1-5DC21A44EF71}">
      <dsp:nvSpPr>
        <dsp:cNvPr id="0" name=""/>
        <dsp:cNvSpPr/>
      </dsp:nvSpPr>
      <dsp:spPr>
        <a:xfrm>
          <a:off x="0" y="3205056"/>
          <a:ext cx="11035862"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71BFABD-7C8C-470F-83BD-906EED078256}">
      <dsp:nvSpPr>
        <dsp:cNvPr id="0" name=""/>
        <dsp:cNvSpPr/>
      </dsp:nvSpPr>
      <dsp:spPr>
        <a:xfrm>
          <a:off x="551793" y="2924616"/>
          <a:ext cx="7725103" cy="560880"/>
        </a:xfrm>
        <a:prstGeom prst="roundRect">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1" tIns="0" rIns="291991" bIns="0" numCol="1" spcCol="1270" anchor="ctr" anchorCtr="0">
          <a:noAutofit/>
        </a:bodyPr>
        <a:lstStyle/>
        <a:p>
          <a:pPr marL="0" lvl="0" indent="0" algn="l" defTabSz="844550">
            <a:lnSpc>
              <a:spcPct val="90000"/>
            </a:lnSpc>
            <a:spcBef>
              <a:spcPct val="0"/>
            </a:spcBef>
            <a:spcAft>
              <a:spcPct val="35000"/>
            </a:spcAft>
            <a:buNone/>
          </a:pPr>
          <a:r>
            <a:rPr lang="en-IN" sz="1900" b="1"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Security First</a:t>
          </a:r>
          <a:r>
            <a:rPr lang="en-IN" sz="1900"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 Safe queries, encryption, and fraud control.</a:t>
          </a:r>
        </a:p>
      </dsp:txBody>
      <dsp:txXfrm>
        <a:off x="579173" y="2951996"/>
        <a:ext cx="7670343" cy="506120"/>
      </dsp:txXfrm>
    </dsp:sp>
    <dsp:sp modelId="{084B9DD7-D7AF-47DB-8E26-4FF0C8049BD1}">
      <dsp:nvSpPr>
        <dsp:cNvPr id="0" name=""/>
        <dsp:cNvSpPr/>
      </dsp:nvSpPr>
      <dsp:spPr>
        <a:xfrm>
          <a:off x="0" y="4066896"/>
          <a:ext cx="11035862"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62D5DF-5C27-4AC0-83F9-AF17EED9A9A7}">
      <dsp:nvSpPr>
        <dsp:cNvPr id="0" name=""/>
        <dsp:cNvSpPr/>
      </dsp:nvSpPr>
      <dsp:spPr>
        <a:xfrm>
          <a:off x="551793" y="3786456"/>
          <a:ext cx="7725103" cy="560880"/>
        </a:xfrm>
        <a:prstGeom prst="roundRect">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91" tIns="0" rIns="291991" bIns="0" numCol="1" spcCol="1270" anchor="ctr" anchorCtr="0">
          <a:noAutofit/>
        </a:bodyPr>
        <a:lstStyle/>
        <a:p>
          <a:pPr marL="0" lvl="0" indent="0" algn="l" defTabSz="844550">
            <a:lnSpc>
              <a:spcPct val="90000"/>
            </a:lnSpc>
            <a:spcBef>
              <a:spcPct val="0"/>
            </a:spcBef>
            <a:spcAft>
              <a:spcPct val="35000"/>
            </a:spcAft>
            <a:buNone/>
          </a:pPr>
          <a:r>
            <a:rPr lang="en-IN" sz="1900" b="1"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Integration with Tools</a:t>
          </a:r>
          <a:r>
            <a:rPr lang="en-IN" sz="1900" kern="1200" dirty="0">
              <a:solidFill>
                <a:schemeClr val="tx1"/>
              </a:solidFill>
              <a:effectLst/>
              <a:latin typeface="Bodoni MT" panose="02070603080606020203" pitchFamily="18" charset="0"/>
              <a:ea typeface="Aptos" panose="020B0004020202020204" pitchFamily="34" charset="0"/>
              <a:cs typeface="Times New Roman" panose="02020603050405020304" pitchFamily="18" charset="0"/>
            </a:rPr>
            <a:t> → SQL  + BI tools = smarter decisions.</a:t>
          </a:r>
        </a:p>
      </dsp:txBody>
      <dsp:txXfrm>
        <a:off x="579173" y="3813836"/>
        <a:ext cx="7670343" cy="50612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17:28:21.423"/>
    </inkml:context>
    <inkml:brush xml:id="br0">
      <inkml:brushProperty name="width" value="0.025" units="cm"/>
      <inkml:brushProperty name="height" value="0.025" units="cm"/>
      <inkml:brushProperty name="color" value="#849398"/>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17:29:49.563"/>
    </inkml:context>
    <inkml:brush xml:id="br0">
      <inkml:brushProperty name="width" value="0.05" units="cm"/>
      <inkml:brushProperty name="height" value="0.05" units="cm"/>
      <inkml:brushProperty name="color" value="#849398"/>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17:33:59.044"/>
    </inkml:context>
    <inkml:brush xml:id="br0">
      <inkml:brushProperty name="width" value="0.1" units="cm"/>
      <inkml:brushProperty name="height" value="0.1" units="cm"/>
      <inkml:brushProperty name="color" value="#FFFFFF"/>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17:34:02.408"/>
    </inkml:context>
    <inkml:brush xml:id="br0">
      <inkml:brushProperty name="width" value="0.1" units="cm"/>
      <inkml:brushProperty name="height" value="0.1" units="cm"/>
      <inkml:brushProperty name="color" value="#FFFFFF"/>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17:34:04.034"/>
    </inkml:context>
    <inkml:brush xml:id="br0">
      <inkml:brushProperty name="width" value="0.1" units="cm"/>
      <inkml:brushProperty name="height" value="0.1" units="cm"/>
      <inkml:brushProperty name="color" value="#FFFFFF"/>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17:34:28.005"/>
    </inkml:context>
    <inkml:brush xml:id="br0">
      <inkml:brushProperty name="width" value="0.05" units="cm"/>
      <inkml:brushProperty name="height" value="0.05" units="cm"/>
      <inkml:brushProperty name="color" value="#849398"/>
    </inkml:brush>
  </inkml:definitions>
  <inkml:trace contextRef="#ctx0" brushRef="#br0">1 0 24575,'0'5'0,"0"5"0,0 6 0,0 4 0,0 3 0,0 3 0,0 1 0,0 0 0,0 0 0,0-5-8191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17:34:41.919"/>
    </inkml:context>
    <inkml:brush xml:id="br0">
      <inkml:brushProperty name="width" value="0.05" units="cm"/>
      <inkml:brushProperty name="height" value="0.05" units="cm"/>
      <inkml:brushProperty name="color" value="#849398"/>
    </inkml:brush>
  </inkml:definitions>
  <inkml:trace contextRef="#ctx0" brushRef="#br0">177 28 24575,'-5'0'0,"-5"0"0,-2-5 0,-2-1 0,-4 1 0,-3 0 0,-3 2 0,-1 1 0,-1 1 0,4 1-8191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3T17:34:47.570"/>
    </inkml:context>
    <inkml:brush xml:id="br0">
      <inkml:brushProperty name="width" value="0.05" units="cm"/>
      <inkml:brushProperty name="height" value="0.05" units="cm"/>
      <inkml:brushProperty name="color" value="#849398"/>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9929DE-50EC-49AF-86C7-BA4104DFC2D4}" type="datetimeFigureOut">
              <a:rPr lang="en-IN" smtClean="0"/>
              <a:t>25-09-2025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DE5A8-163C-4182-83B8-DF571BFC7CB0}" type="slidenum">
              <a:rPr lang="en-IN" smtClean="0"/>
              <a:t>‹#›</a:t>
            </a:fld>
            <a:endParaRPr lang="en-IN" dirty="0"/>
          </a:p>
        </p:txBody>
      </p:sp>
    </p:spTree>
    <p:extLst>
      <p:ext uri="{BB962C8B-B14F-4D97-AF65-F5344CB8AC3E}">
        <p14:creationId xmlns:p14="http://schemas.microsoft.com/office/powerpoint/2010/main" val="2763867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5DE5A8-163C-4182-83B8-DF571BFC7CB0}" type="slidenum">
              <a:rPr lang="en-IN" smtClean="0"/>
              <a:t>8</a:t>
            </a:fld>
            <a:endParaRPr lang="en-IN" dirty="0"/>
          </a:p>
        </p:txBody>
      </p:sp>
    </p:spTree>
    <p:extLst>
      <p:ext uri="{BB962C8B-B14F-4D97-AF65-F5344CB8AC3E}">
        <p14:creationId xmlns:p14="http://schemas.microsoft.com/office/powerpoint/2010/main" val="2858354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467607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1683498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2321248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1704821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1542215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1044458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1401463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450829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1345236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3828296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48B530-B6AD-45BB-829C-281E890035FD}" type="datetimeFigureOut">
              <a:rPr lang="en-IN" smtClean="0"/>
              <a:t>25-09-2025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F2E074-9655-4E53-BB9D-8C11816B807F}" type="slidenum">
              <a:rPr lang="en-IN" smtClean="0"/>
              <a:t>‹#›</a:t>
            </a:fld>
            <a:endParaRPr lang="en-IN" dirty="0"/>
          </a:p>
        </p:txBody>
      </p:sp>
    </p:spTree>
    <p:extLst>
      <p:ext uri="{BB962C8B-B14F-4D97-AF65-F5344CB8AC3E}">
        <p14:creationId xmlns:p14="http://schemas.microsoft.com/office/powerpoint/2010/main" val="458724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48B530-B6AD-45BB-829C-281E890035FD}" type="datetimeFigureOut">
              <a:rPr lang="en-IN" smtClean="0"/>
              <a:t>25-09-2025</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F2E074-9655-4E53-BB9D-8C11816B807F}" type="slidenum">
              <a:rPr lang="en-IN" smtClean="0"/>
              <a:t>‹#›</a:t>
            </a:fld>
            <a:endParaRPr lang="en-IN" dirty="0"/>
          </a:p>
        </p:txBody>
      </p:sp>
    </p:spTree>
    <p:extLst>
      <p:ext uri="{BB962C8B-B14F-4D97-AF65-F5344CB8AC3E}">
        <p14:creationId xmlns:p14="http://schemas.microsoft.com/office/powerpoint/2010/main" val="399417418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6.xml"/><Relationship Id="rId3" Type="http://schemas.openxmlformats.org/officeDocument/2006/relationships/image" Target="../media/image8.png"/><Relationship Id="rId7" Type="http://schemas.openxmlformats.org/officeDocument/2006/relationships/image" Target="../media/image60.png"/><Relationship Id="rId12" Type="http://schemas.openxmlformats.org/officeDocument/2006/relationships/customXml" Target="../ink/ink5.xml"/><Relationship Id="rId17" Type="http://schemas.openxmlformats.org/officeDocument/2006/relationships/customXml" Target="../ink/ink8.xml"/><Relationship Id="rId2" Type="http://schemas.openxmlformats.org/officeDocument/2006/relationships/image" Target="../media/image3.png"/><Relationship Id="rId16"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80.png"/><Relationship Id="rId5" Type="http://schemas.openxmlformats.org/officeDocument/2006/relationships/image" Target="../media/image50.png"/><Relationship Id="rId15" Type="http://schemas.openxmlformats.org/officeDocument/2006/relationships/customXml" Target="../ink/ink7.xml"/><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70.png"/><Relationship Id="rId1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image" Target="../media/image13.png"/><Relationship Id="rId4" Type="http://schemas.openxmlformats.org/officeDocument/2006/relationships/diagramLayout" Target="../diagrams/layout3.xml"/><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svg"/><Relationship Id="rId18" Type="http://schemas.openxmlformats.org/officeDocument/2006/relationships/image" Target="../media/image28.pn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22.png"/><Relationship Id="rId17" Type="http://schemas.openxmlformats.org/officeDocument/2006/relationships/image" Target="../media/image27.svg"/><Relationship Id="rId2" Type="http://schemas.openxmlformats.org/officeDocument/2006/relationships/image" Target="../media/image16.png"/><Relationship Id="rId16"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diagramColors" Target="../diagrams/colors4.xml"/><Relationship Id="rId11" Type="http://schemas.openxmlformats.org/officeDocument/2006/relationships/image" Target="../media/image21.svg"/><Relationship Id="rId5" Type="http://schemas.openxmlformats.org/officeDocument/2006/relationships/diagramQuickStyle" Target="../diagrams/quickStyle4.xml"/><Relationship Id="rId15" Type="http://schemas.openxmlformats.org/officeDocument/2006/relationships/image" Target="../media/image25.svg"/><Relationship Id="rId10" Type="http://schemas.openxmlformats.org/officeDocument/2006/relationships/image" Target="../media/image20.png"/><Relationship Id="rId19" Type="http://schemas.openxmlformats.org/officeDocument/2006/relationships/image" Target="../media/image29.svg"/><Relationship Id="rId4" Type="http://schemas.openxmlformats.org/officeDocument/2006/relationships/diagramLayout" Target="../diagrams/layout4.xml"/><Relationship Id="rId9" Type="http://schemas.openxmlformats.org/officeDocument/2006/relationships/image" Target="../media/image19.svg"/><Relationship Id="rId1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B7A4CF1-5C7B-7312-1999-4E2760F15131}"/>
              </a:ext>
            </a:extLst>
          </p:cNvPr>
          <p:cNvSpPr>
            <a:spLocks noGrp="1"/>
          </p:cNvSpPr>
          <p:nvPr>
            <p:ph type="ctrTitle"/>
          </p:nvPr>
        </p:nvSpPr>
        <p:spPr>
          <a:xfrm>
            <a:off x="0" y="2559131"/>
            <a:ext cx="4450080" cy="2028279"/>
          </a:xfrm>
        </p:spPr>
        <p:txBody>
          <a:bodyPr>
            <a:normAutofit/>
          </a:bodyPr>
          <a:lstStyle/>
          <a:p>
            <a:r>
              <a:rPr lang="en-US" sz="3600" dirty="0">
                <a:latin typeface="Bodoni MT" panose="02070603080606020203" pitchFamily="18" charset="0"/>
              </a:rPr>
              <a:t>Ever Wondered How Millions Book Train Tickets in Seconds?</a:t>
            </a:r>
            <a:endParaRPr lang="en-IN" sz="3600" dirty="0">
              <a:latin typeface="Bodoni MT" panose="02070603080606020203" pitchFamily="18" charset="0"/>
            </a:endParaRPr>
          </a:p>
        </p:txBody>
      </p:sp>
      <p:sp>
        <p:nvSpPr>
          <p:cNvPr id="3" name="Subtitle 2">
            <a:extLst>
              <a:ext uri="{FF2B5EF4-FFF2-40B4-BE49-F238E27FC236}">
                <a16:creationId xmlns:a16="http://schemas.microsoft.com/office/drawing/2014/main" id="{97720A97-25FE-9701-F688-8642918CB021}"/>
              </a:ext>
            </a:extLst>
          </p:cNvPr>
          <p:cNvSpPr>
            <a:spLocks noGrp="1"/>
          </p:cNvSpPr>
          <p:nvPr>
            <p:ph type="subTitle" idx="1"/>
          </p:nvPr>
        </p:nvSpPr>
        <p:spPr/>
        <p:txBody>
          <a:bodyPr/>
          <a:lstStyle/>
          <a:p>
            <a:endParaRPr lang="en-US" dirty="0"/>
          </a:p>
          <a:p>
            <a:endParaRPr lang="en-IN" dirty="0"/>
          </a:p>
        </p:txBody>
      </p:sp>
      <p:sp>
        <p:nvSpPr>
          <p:cNvPr id="10" name="TextBox 9">
            <a:extLst>
              <a:ext uri="{FF2B5EF4-FFF2-40B4-BE49-F238E27FC236}">
                <a16:creationId xmlns:a16="http://schemas.microsoft.com/office/drawing/2014/main" id="{7B0259F2-6B2C-D766-5B95-50D1F3203917}"/>
              </a:ext>
            </a:extLst>
          </p:cNvPr>
          <p:cNvSpPr txBox="1"/>
          <p:nvPr/>
        </p:nvSpPr>
        <p:spPr>
          <a:xfrm flipH="1">
            <a:off x="386080" y="4587410"/>
            <a:ext cx="4663440" cy="1938992"/>
          </a:xfrm>
          <a:prstGeom prst="rect">
            <a:avLst/>
          </a:prstGeom>
          <a:noFill/>
        </p:spPr>
        <p:txBody>
          <a:bodyPr wrap="square" rtlCol="0">
            <a:spAutoFit/>
          </a:bodyPr>
          <a:lstStyle/>
          <a:p>
            <a:endParaRPr lang="en-US" sz="2400" dirty="0">
              <a:latin typeface="Bahnschrift Light SemiCondensed" panose="020B0502040204020203" pitchFamily="34" charset="0"/>
            </a:endParaRPr>
          </a:p>
          <a:p>
            <a:endParaRPr lang="en-US" sz="2400" dirty="0">
              <a:latin typeface="Bahnschrift Light SemiCondensed" panose="020B0502040204020203" pitchFamily="34" charset="0"/>
            </a:endParaRPr>
          </a:p>
          <a:p>
            <a:endParaRPr lang="en-US" sz="2400" dirty="0">
              <a:latin typeface="Bahnschrift Light SemiCondensed" panose="020B0502040204020203" pitchFamily="34" charset="0"/>
            </a:endParaRPr>
          </a:p>
          <a:p>
            <a:r>
              <a:rPr lang="en-US" sz="2400" dirty="0">
                <a:latin typeface="Bodoni MT" panose="02070603080606020203" pitchFamily="18" charset="0"/>
              </a:rPr>
              <a:t>Case Study on IRCTC and SQL Data Management</a:t>
            </a:r>
            <a:endParaRPr lang="en-IN" sz="2400" dirty="0">
              <a:latin typeface="Bodoni MT" panose="02070603080606020203" pitchFamily="18" charset="0"/>
            </a:endParaRPr>
          </a:p>
        </p:txBody>
      </p:sp>
      <p:pic>
        <p:nvPicPr>
          <p:cNvPr id="7" name="Picture 6">
            <a:extLst>
              <a:ext uri="{FF2B5EF4-FFF2-40B4-BE49-F238E27FC236}">
                <a16:creationId xmlns:a16="http://schemas.microsoft.com/office/drawing/2014/main" id="{098FFDD7-2B39-3CFB-6059-E17864716B4A}"/>
              </a:ext>
            </a:extLst>
          </p:cNvPr>
          <p:cNvPicPr>
            <a:picLocks noChangeAspect="1"/>
          </p:cNvPicPr>
          <p:nvPr/>
        </p:nvPicPr>
        <p:blipFill>
          <a:blip r:embed="rId2"/>
          <a:srcRect r="5857" b="47918"/>
          <a:stretch>
            <a:fillRect/>
          </a:stretch>
        </p:blipFill>
        <p:spPr>
          <a:xfrm>
            <a:off x="-1" y="0"/>
            <a:ext cx="3429687" cy="2559131"/>
          </a:xfrm>
          <a:prstGeom prst="rect">
            <a:avLst/>
          </a:prstGeom>
        </p:spPr>
      </p:pic>
      <p:pic>
        <p:nvPicPr>
          <p:cNvPr id="14" name="Picture 13">
            <a:extLst>
              <a:ext uri="{FF2B5EF4-FFF2-40B4-BE49-F238E27FC236}">
                <a16:creationId xmlns:a16="http://schemas.microsoft.com/office/drawing/2014/main" id="{C5E082EE-280B-9030-1051-B7C9686CEE8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361" b="99704" l="10000" r="99882">
                        <a14:foregroundMark x1="97692" y1="8580" x2="92781" y2="2959"/>
                        <a14:foregroundMark x1="92781" y1="2959" x2="87219" y2="6361"/>
                        <a14:foregroundMark x1="87219" y1="6361" x2="83136" y2="16124"/>
                        <a14:foregroundMark x1="83136" y1="16124" x2="82485" y2="16716"/>
                        <a14:foregroundMark x1="58236" y1="18572" x2="36686" y2="40385"/>
                        <a14:foregroundMark x1="36686" y1="40385" x2="32426" y2="47041"/>
                        <a14:foregroundMark x1="32426" y1="47041" x2="26982" y2="62870"/>
                        <a14:foregroundMark x1="26982" y1="62870" x2="32485" y2="94675"/>
                        <a14:foregroundMark x1="32485" y1="94675" x2="32781" y2="99852"/>
                        <a14:foregroundMark x1="52189" y1="43639" x2="58935" y2="94527"/>
                        <a14:foregroundMark x1="58935" y1="94527" x2="60118" y2="97781"/>
                        <a14:foregroundMark x1="51302" y1="43935" x2="57870" y2="98225"/>
                        <a14:foregroundMark x1="78107" y1="29438" x2="93609" y2="14793"/>
                        <a14:foregroundMark x1="93609" y1="14793" x2="96568" y2="26331"/>
                        <a14:foregroundMark x1="96568" y1="26331" x2="97515" y2="39793"/>
                        <a14:foregroundMark x1="97515" y1="39793" x2="99882" y2="52367"/>
                        <a14:foregroundMark x1="70533" y1="16864" x2="62249" y2="30325"/>
                        <a14:foregroundMark x1="62249" y1="30325" x2="75266" y2="96154"/>
                        <a14:foregroundMark x1="73314" y1="65385" x2="63491" y2="73225"/>
                        <a14:foregroundMark x1="63491" y1="73225" x2="62781" y2="74260"/>
                        <a14:foregroundMark x1="88639" y1="35651" x2="87219" y2="42308"/>
                        <a14:foregroundMark x1="95148" y1="98521" x2="98107" y2="97337"/>
                        <a14:foregroundMark x1="77337" y1="81509" x2="76805" y2="92308"/>
                        <a14:foregroundMark x1="76805" y1="92308" x2="64675" y2="97189"/>
                        <a14:foregroundMark x1="49053" y1="45710" x2="56036" y2="97633"/>
                        <a14:foregroundMark x1="58639" y1="20858" x2="70651" y2="11243"/>
                        <a14:backgroundMark x1="26509" y1="57988" x2="29408" y2="44527"/>
                        <a14:backgroundMark x1="29408" y1="44527" x2="48876" y2="12722"/>
                        <a14:backgroundMark x1="48876" y1="12722" x2="67041" y2="6805"/>
                        <a14:backgroundMark x1="67041" y1="6805" x2="67633" y2="1775"/>
                        <a14:backgroundMark x1="49349" y1="16420" x2="57633" y2="6657"/>
                        <a14:backgroundMark x1="57633" y1="6657" x2="62426" y2="13314"/>
                        <a14:backgroundMark x1="50473" y1="13905" x2="60473" y2="15680"/>
                        <a14:backgroundMark x1="60473" y1="15680" x2="64320" y2="11686"/>
                      </a14:backgroundRemoval>
                    </a14:imgEffect>
                  </a14:imgLayer>
                </a14:imgProps>
              </a:ext>
            </a:extLst>
          </a:blip>
          <a:stretch>
            <a:fillRect/>
          </a:stretch>
        </p:blipFill>
        <p:spPr>
          <a:xfrm>
            <a:off x="1930400" y="1899653"/>
            <a:ext cx="10163328" cy="4798434"/>
          </a:xfrm>
          <a:prstGeom prst="rect">
            <a:avLst/>
          </a:prstGeom>
        </p:spPr>
      </p:pic>
      <p:sp>
        <p:nvSpPr>
          <p:cNvPr id="17" name="Rectangle: Rounded Corners 16">
            <a:extLst>
              <a:ext uri="{FF2B5EF4-FFF2-40B4-BE49-F238E27FC236}">
                <a16:creationId xmlns:a16="http://schemas.microsoft.com/office/drawing/2014/main" id="{3083C478-29F2-8FF5-9B2F-E7717FE6F1BD}"/>
              </a:ext>
            </a:extLst>
          </p:cNvPr>
          <p:cNvSpPr/>
          <p:nvPr/>
        </p:nvSpPr>
        <p:spPr>
          <a:xfrm>
            <a:off x="3754806" y="604422"/>
            <a:ext cx="6360160" cy="141741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odoni MT" panose="02070603080606020203" pitchFamily="18" charset="0"/>
              </a:rPr>
              <a:t>Indian Railway Catering and Tourism Corporation</a:t>
            </a:r>
            <a:endParaRPr lang="en-IN" sz="3200" dirty="0">
              <a:solidFill>
                <a:schemeClr val="tx1"/>
              </a:solidFill>
              <a:latin typeface="Bodoni MT" panose="02070603080606020203" pitchFamily="18" charset="0"/>
            </a:endParaRPr>
          </a:p>
          <a:p>
            <a:pPr algn="ctr"/>
            <a:endParaRPr lang="en-IN" dirty="0"/>
          </a:p>
        </p:txBody>
      </p:sp>
    </p:spTree>
    <p:extLst>
      <p:ext uri="{BB962C8B-B14F-4D97-AF65-F5344CB8AC3E}">
        <p14:creationId xmlns:p14="http://schemas.microsoft.com/office/powerpoint/2010/main" val="3239584536"/>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A46160-F26A-9D3D-A052-E5C082397D75}"/>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90A1B04-82D9-C25B-B771-F9D3FFDBABDE}"/>
              </a:ext>
            </a:extLst>
          </p:cNvPr>
          <p:cNvSpPr>
            <a:spLocks noGrp="1"/>
          </p:cNvSpPr>
          <p:nvPr>
            <p:ph type="title"/>
          </p:nvPr>
        </p:nvSpPr>
        <p:spPr>
          <a:xfrm>
            <a:off x="838200" y="527051"/>
            <a:ext cx="10515600" cy="977900"/>
          </a:xfrm>
        </p:spPr>
        <p:txBody>
          <a:bodyPr>
            <a:normAutofit fontScale="90000"/>
          </a:bodyPr>
          <a:lstStyle/>
          <a:p>
            <a:r>
              <a:rPr lang="en-US" dirty="0">
                <a:latin typeface="Bodoni MT" panose="02070603080606020203" pitchFamily="18" charset="0"/>
              </a:rPr>
              <a:t>Overview of the Railway Industry</a:t>
            </a:r>
            <a:r>
              <a:rPr lang="en-US" dirty="0">
                <a:latin typeface="Bahnschrift Light SemiCondensed" panose="020B0502040204020203" pitchFamily="34" charset="0"/>
              </a:rPr>
              <a:t>:</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49CF8DF-64C7-C87B-66D3-5DD762D9EB5F}"/>
              </a:ext>
            </a:extLst>
          </p:cNvPr>
          <p:cNvSpPr>
            <a:spLocks noGrp="1"/>
          </p:cNvSpPr>
          <p:nvPr>
            <p:ph idx="1"/>
          </p:nvPr>
        </p:nvSpPr>
        <p:spPr>
          <a:xfrm>
            <a:off x="838200" y="1504952"/>
            <a:ext cx="10515600" cy="4672012"/>
          </a:xfrm>
        </p:spPr>
        <p:txBody>
          <a:bodyPr>
            <a:normAutofit/>
          </a:bodyPr>
          <a:lstStyle/>
          <a:p>
            <a:pPr>
              <a:lnSpc>
                <a:spcPct val="107000"/>
              </a:lnSpc>
              <a:spcAft>
                <a:spcPts val="800"/>
              </a:spcAft>
            </a:pPr>
            <a:r>
              <a:rPr lang="en-US" sz="1800" b="1" kern="100" dirty="0">
                <a:effectLst/>
                <a:latin typeface="Bodoni MT" panose="02070603080606020203" pitchFamily="18" charset="0"/>
                <a:ea typeface="Aptos" panose="020B0004020202020204" pitchFamily="34" charset="0"/>
                <a:cs typeface="Times New Roman" panose="02020603050405020304" pitchFamily="18" charset="0"/>
              </a:rPr>
              <a:t>Indian Railways (IR) </a:t>
            </a: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is the national railway system of India, owned and operated by the Government of India through the Ministry of Railways. It is one of the largest employers in the world with more than 1.2 million employees and is often described as the lifeline of the nation. Global Standing                                                                                                                  Fourth-largest railway network in the world (after USA, China, and Russia). </a:t>
            </a:r>
          </a:p>
          <a:p>
            <a:pPr>
              <a:lnSpc>
                <a:spcPct val="107000"/>
              </a:lnSpc>
              <a:spcAft>
                <a:spcPts val="800"/>
              </a:spcAft>
            </a:pPr>
            <a:r>
              <a:rPr lang="en-US" sz="1800" b="1" u="sng" kern="100" dirty="0">
                <a:effectLst/>
                <a:latin typeface="Bodoni MT" panose="02070603080606020203" pitchFamily="18" charset="0"/>
                <a:ea typeface="Aptos" panose="020B0004020202020204" pitchFamily="34" charset="0"/>
                <a:cs typeface="Times New Roman" panose="02020603050405020304" pitchFamily="18" charset="0"/>
              </a:rPr>
              <a:t>IRCTC</a:t>
            </a:r>
            <a:r>
              <a:rPr lang="en-US" sz="1800" b="1" kern="100" dirty="0">
                <a:effectLst/>
                <a:latin typeface="Bodoni MT" panose="02070603080606020203" pitchFamily="18" charset="0"/>
                <a:ea typeface="Aptos" panose="020B0004020202020204" pitchFamily="34" charset="0"/>
                <a:cs typeface="Times New Roman" panose="02020603050405020304" pitchFamily="18" charset="0"/>
              </a:rPr>
              <a:t> </a:t>
            </a: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(Indian Railway Catering and Tourism Corporation) </a:t>
            </a:r>
          </a:p>
          <a:p>
            <a:pPr>
              <a:lnSpc>
                <a:spcPct val="107000"/>
              </a:lnSpc>
              <a:spcAft>
                <a:spcPts val="800"/>
              </a:spcAft>
            </a:pPr>
            <a:r>
              <a:rPr lang="en-US" sz="1800" b="1" kern="100" dirty="0">
                <a:effectLst/>
                <a:latin typeface="Bodoni MT" panose="02070603080606020203" pitchFamily="18" charset="0"/>
                <a:ea typeface="Aptos" panose="020B0004020202020204" pitchFamily="34" charset="0"/>
                <a:cs typeface="Times New Roman" panose="02020603050405020304" pitchFamily="18" charset="0"/>
              </a:rPr>
              <a:t> </a:t>
            </a:r>
            <a:r>
              <a:rPr lang="en-US" sz="1800" b="1" u="sng" kern="100" dirty="0">
                <a:effectLst/>
                <a:latin typeface="Bodoni MT" panose="02070603080606020203" pitchFamily="18" charset="0"/>
                <a:ea typeface="Aptos" panose="020B0004020202020204" pitchFamily="34" charset="0"/>
                <a:cs typeface="Times New Roman" panose="02020603050405020304" pitchFamily="18" charset="0"/>
              </a:rPr>
              <a:t>PRS</a:t>
            </a:r>
            <a:r>
              <a:rPr lang="en-US" sz="1800" b="1" kern="100" dirty="0">
                <a:effectLst/>
                <a:latin typeface="Bodoni MT" panose="02070603080606020203" pitchFamily="18" charset="0"/>
                <a:ea typeface="Aptos" panose="020B0004020202020204" pitchFamily="34" charset="0"/>
                <a:cs typeface="Times New Roman" panose="02020603050405020304" pitchFamily="18" charset="0"/>
              </a:rPr>
              <a:t> </a:t>
            </a: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(Passenger Reservation System)</a:t>
            </a:r>
          </a:p>
          <a:p>
            <a:pPr>
              <a:lnSpc>
                <a:spcPct val="107000"/>
              </a:lnSpc>
              <a:spcAft>
                <a:spcPts val="800"/>
              </a:spcAft>
            </a:pP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 </a:t>
            </a:r>
            <a:r>
              <a:rPr lang="en-US" sz="1800" b="1" u="sng" kern="100" dirty="0">
                <a:effectLst/>
                <a:latin typeface="Bodoni MT" panose="02070603080606020203" pitchFamily="18" charset="0"/>
                <a:ea typeface="Aptos" panose="020B0004020202020204" pitchFamily="34" charset="0"/>
                <a:cs typeface="Times New Roman" panose="02020603050405020304" pitchFamily="18" charset="0"/>
              </a:rPr>
              <a:t>UTS</a:t>
            </a: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 (Unreserved Ticketing System)                                                                                    </a:t>
            </a:r>
          </a:p>
          <a:p>
            <a:pPr>
              <a:lnSpc>
                <a:spcPct val="107000"/>
              </a:lnSpc>
              <a:spcAft>
                <a:spcPts val="800"/>
              </a:spcAft>
            </a:pP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 </a:t>
            </a:r>
            <a:r>
              <a:rPr lang="en-US" sz="1800" b="1" u="sng" kern="100" dirty="0">
                <a:effectLst/>
                <a:latin typeface="Bodoni MT" panose="02070603080606020203" pitchFamily="18" charset="0"/>
                <a:ea typeface="Aptos" panose="020B0004020202020204" pitchFamily="34" charset="0"/>
                <a:cs typeface="Times New Roman" panose="02020603050405020304" pitchFamily="18" charset="0"/>
              </a:rPr>
              <a:t>NTES</a:t>
            </a: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 (National Train Enquiry System)                                                                               </a:t>
            </a:r>
          </a:p>
          <a:p>
            <a:pPr>
              <a:lnSpc>
                <a:spcPct val="107000"/>
              </a:lnSpc>
              <a:spcAft>
                <a:spcPts val="800"/>
              </a:spcAft>
            </a:pP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 </a:t>
            </a:r>
            <a:r>
              <a:rPr lang="en-US" sz="1800" b="1" u="sng" kern="100" dirty="0">
                <a:effectLst/>
                <a:latin typeface="Bodoni MT" panose="02070603080606020203" pitchFamily="18" charset="0"/>
                <a:ea typeface="Aptos" panose="020B0004020202020204" pitchFamily="34" charset="0"/>
                <a:cs typeface="Times New Roman" panose="02020603050405020304" pitchFamily="18" charset="0"/>
              </a:rPr>
              <a:t>FOIS</a:t>
            </a: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 (Freight Operations Information System)                     </a:t>
            </a:r>
            <a:endParaRPr lang="en-IN" sz="1800" kern="100" dirty="0">
              <a:effectLst/>
              <a:latin typeface="Bodoni MT" panose="02070603080606020203" pitchFamily="18" charset="0"/>
              <a:ea typeface="Aptos" panose="020B0004020202020204" pitchFamily="34" charset="0"/>
              <a:cs typeface="Times New Roman" panose="02020603050405020304" pitchFamily="18" charset="0"/>
            </a:endParaRPr>
          </a:p>
          <a:p>
            <a:pPr>
              <a:lnSpc>
                <a:spcPct val="107000"/>
              </a:lnSpc>
              <a:spcAft>
                <a:spcPts val="800"/>
              </a:spcAft>
            </a:pPr>
            <a:r>
              <a:rPr lang="en-US" sz="1800" b="1" u="sng" kern="100" dirty="0">
                <a:effectLst/>
                <a:latin typeface="Bodoni MT" panose="02070603080606020203" pitchFamily="18" charset="0"/>
                <a:ea typeface="Aptos" panose="020B0004020202020204" pitchFamily="34" charset="0"/>
                <a:cs typeface="Times New Roman" panose="02020603050405020304" pitchFamily="18" charset="0"/>
              </a:rPr>
              <a:t>COA</a:t>
            </a:r>
            <a:r>
              <a:rPr lang="en-US" sz="1800" kern="100" dirty="0">
                <a:effectLst/>
                <a:latin typeface="Bodoni MT" panose="02070603080606020203" pitchFamily="18" charset="0"/>
                <a:ea typeface="Aptos" panose="020B0004020202020204" pitchFamily="34" charset="0"/>
                <a:cs typeface="Times New Roman" panose="02020603050405020304" pitchFamily="18" charset="0"/>
              </a:rPr>
              <a:t> (Control Office Application) </a:t>
            </a:r>
            <a:endParaRPr lang="en-IN" sz="1800" kern="100" dirty="0">
              <a:effectLst/>
              <a:latin typeface="Bodoni MT" panose="02070603080606020203" pitchFamily="18" charset="0"/>
              <a:ea typeface="Aptos" panose="020B0004020202020204" pitchFamily="34" charset="0"/>
              <a:cs typeface="Times New Roman" panose="02020603050405020304" pitchFamily="18" charset="0"/>
            </a:endParaRPr>
          </a:p>
          <a:p>
            <a:endParaRPr lang="en-IN" dirty="0"/>
          </a:p>
        </p:txBody>
      </p:sp>
      <p:pic>
        <p:nvPicPr>
          <p:cNvPr id="1026" name="Picture 2" descr="Blue and white passenger train on tracks isolated on white background |  Premium PSD">
            <a:extLst>
              <a:ext uri="{FF2B5EF4-FFF2-40B4-BE49-F238E27FC236}">
                <a16:creationId xmlns:a16="http://schemas.microsoft.com/office/drawing/2014/main" id="{878277C3-800D-B71F-E32A-91CAF89702D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780" b="89621" l="3994" r="93930">
                        <a14:foregroundMark x1="47284" y1="20359" x2="47284" y2="20359"/>
                        <a14:foregroundMark x1="49521" y1="21956" x2="49521" y2="21956"/>
                        <a14:foregroundMark x1="52077" y1="24750" x2="52077" y2="24750"/>
                        <a14:foregroundMark x1="55911" y1="23952" x2="55911" y2="23952"/>
                        <a14:foregroundMark x1="57348" y1="26946" x2="57348" y2="26946"/>
                        <a14:foregroundMark x1="53035" y1="24152" x2="53035" y2="24152"/>
                        <a14:foregroundMark x1="52077" y1="21956" x2="52077" y2="21956"/>
                        <a14:foregroundMark x1="77476" y1="40120" x2="77476" y2="40120"/>
                        <a14:foregroundMark x1="76198" y1="40319" x2="76198" y2="40319"/>
                        <a14:foregroundMark x1="78914" y1="42715" x2="78914" y2="42715"/>
                        <a14:foregroundMark x1="79712" y1="42315" x2="79712" y2="42315"/>
                        <a14:foregroundMark x1="74760" y1="38124" x2="74760" y2="38124"/>
                        <a14:foregroundMark x1="71246" y1="35329" x2="71246" y2="35329"/>
                        <a14:foregroundMark x1="81150" y1="43114" x2="81150" y2="43114"/>
                        <a14:foregroundMark x1="88978" y1="53293" x2="88978" y2="53293"/>
                        <a14:foregroundMark x1="86102" y1="46307" x2="86102" y2="46307"/>
                        <a14:foregroundMark x1="84984" y1="44910" x2="84984" y2="44910"/>
                        <a14:foregroundMark x1="94089" y1="54691" x2="94089" y2="54691"/>
                        <a14:foregroundMark x1="15016" y1="41517" x2="15016" y2="41517"/>
                        <a14:foregroundMark x1="13099" y1="42315" x2="13099" y2="42315"/>
                        <a14:foregroundMark x1="3994" y1="83832" x2="3994" y2="83832"/>
                      </a14:backgroundRemoval>
                    </a14:imgEffect>
                  </a14:imgLayer>
                </a14:imgProps>
              </a:ext>
              <a:ext uri="{28A0092B-C50C-407E-A947-70E740481C1C}">
                <a14:useLocalDpi xmlns:a14="http://schemas.microsoft.com/office/drawing/2010/main" val="0"/>
              </a:ext>
            </a:extLst>
          </a:blip>
          <a:srcRect/>
          <a:stretch>
            <a:fillRect/>
          </a:stretch>
        </p:blipFill>
        <p:spPr bwMode="auto">
          <a:xfrm>
            <a:off x="6229350" y="2555169"/>
            <a:ext cx="5962650" cy="4302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044769"/>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F588EC-6584-FD3E-3758-E7609386052B}"/>
              </a:ext>
            </a:extLst>
          </p:cNvPr>
          <p:cNvPicPr>
            <a:picLocks noChangeAspect="1"/>
          </p:cNvPicPr>
          <p:nvPr/>
        </p:nvPicPr>
        <p:blipFill>
          <a:blip r:embed="rId2"/>
          <a:stretch>
            <a:fillRect/>
          </a:stretch>
        </p:blipFill>
        <p:spPr>
          <a:xfrm>
            <a:off x="-193040" y="0"/>
            <a:ext cx="12567920" cy="6858000"/>
          </a:xfrm>
          <a:prstGeom prst="rect">
            <a:avLst/>
          </a:prstGeom>
        </p:spPr>
      </p:pic>
      <p:sp>
        <p:nvSpPr>
          <p:cNvPr id="3" name="Content Placeholder 2">
            <a:extLst>
              <a:ext uri="{FF2B5EF4-FFF2-40B4-BE49-F238E27FC236}">
                <a16:creationId xmlns:a16="http://schemas.microsoft.com/office/drawing/2014/main" id="{A4D274FB-C898-8F06-47DD-B8160D0AB3E6}"/>
              </a:ext>
            </a:extLst>
          </p:cNvPr>
          <p:cNvSpPr>
            <a:spLocks noGrp="1"/>
          </p:cNvSpPr>
          <p:nvPr>
            <p:ph idx="4294967295"/>
          </p:nvPr>
        </p:nvSpPr>
        <p:spPr>
          <a:xfrm>
            <a:off x="0" y="1333500"/>
            <a:ext cx="10515600" cy="4843463"/>
          </a:xfrm>
        </p:spPr>
        <p:txBody>
          <a:bodyPr/>
          <a:lstStyle/>
          <a:p>
            <a:pPr marL="0" indent="0">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graphicFrame>
        <p:nvGraphicFramePr>
          <p:cNvPr id="5" name="Diagram 4">
            <a:extLst>
              <a:ext uri="{FF2B5EF4-FFF2-40B4-BE49-F238E27FC236}">
                <a16:creationId xmlns:a16="http://schemas.microsoft.com/office/drawing/2014/main" id="{B0CD169C-3DA8-68A0-E25F-EB4862261690}"/>
              </a:ext>
            </a:extLst>
          </p:cNvPr>
          <p:cNvGraphicFramePr/>
          <p:nvPr>
            <p:extLst>
              <p:ext uri="{D42A27DB-BD31-4B8C-83A1-F6EECF244321}">
                <p14:modId xmlns:p14="http://schemas.microsoft.com/office/powerpoint/2010/main" val="2228980238"/>
              </p:ext>
            </p:extLst>
          </p:nvPr>
        </p:nvGraphicFramePr>
        <p:xfrm>
          <a:off x="0" y="111967"/>
          <a:ext cx="12192000" cy="66340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97808499"/>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F6A4A7BE-C3BD-4B07-9EBE-9BC05ED3B323}"/>
                                            </p:graphicEl>
                                          </p:spTgt>
                                        </p:tgtEl>
                                        <p:attrNameLst>
                                          <p:attrName>style.visibility</p:attrName>
                                        </p:attrNameLst>
                                      </p:cBhvr>
                                      <p:to>
                                        <p:strVal val="visible"/>
                                      </p:to>
                                    </p:set>
                                    <p:anim calcmode="lin" valueType="num">
                                      <p:cBhvr additive="base">
                                        <p:cTn id="7" dur="500" fill="hold"/>
                                        <p:tgtEl>
                                          <p:spTgt spid="5">
                                            <p:graphicEl>
                                              <a:dgm id="{F6A4A7BE-C3BD-4B07-9EBE-9BC05ED3B323}"/>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F6A4A7BE-C3BD-4B07-9EBE-9BC05ED3B323}"/>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graphicEl>
                                              <a:dgm id="{B6E9511F-2085-4FDD-AB32-BA4FB51D553A}"/>
                                            </p:graphicEl>
                                          </p:spTgt>
                                        </p:tgtEl>
                                        <p:attrNameLst>
                                          <p:attrName>style.visibility</p:attrName>
                                        </p:attrNameLst>
                                      </p:cBhvr>
                                      <p:to>
                                        <p:strVal val="visible"/>
                                      </p:to>
                                    </p:set>
                                    <p:anim calcmode="lin" valueType="num">
                                      <p:cBhvr additive="base">
                                        <p:cTn id="11" dur="500" fill="hold"/>
                                        <p:tgtEl>
                                          <p:spTgt spid="5">
                                            <p:graphicEl>
                                              <a:dgm id="{B6E9511F-2085-4FDD-AB32-BA4FB51D553A}"/>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graphicEl>
                                              <a:dgm id="{B6E9511F-2085-4FDD-AB32-BA4FB51D553A}"/>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graphicEl>
                                              <a:dgm id="{41985161-F56B-40C6-8EAA-0CAC1DA47242}"/>
                                            </p:graphicEl>
                                          </p:spTgt>
                                        </p:tgtEl>
                                        <p:attrNameLst>
                                          <p:attrName>style.visibility</p:attrName>
                                        </p:attrNameLst>
                                      </p:cBhvr>
                                      <p:to>
                                        <p:strVal val="visible"/>
                                      </p:to>
                                    </p:set>
                                    <p:anim calcmode="lin" valueType="num">
                                      <p:cBhvr additive="base">
                                        <p:cTn id="15" dur="500" fill="hold"/>
                                        <p:tgtEl>
                                          <p:spTgt spid="5">
                                            <p:graphicEl>
                                              <a:dgm id="{41985161-F56B-40C6-8EAA-0CAC1DA47242}"/>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graphicEl>
                                              <a:dgm id="{41985161-F56B-40C6-8EAA-0CAC1DA47242}"/>
                                            </p:graphic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graphicEl>
                                              <a:dgm id="{E21D2BF4-7D51-4C18-97FF-A42E60362BBD}"/>
                                            </p:graphicEl>
                                          </p:spTgt>
                                        </p:tgtEl>
                                        <p:attrNameLst>
                                          <p:attrName>style.visibility</p:attrName>
                                        </p:attrNameLst>
                                      </p:cBhvr>
                                      <p:to>
                                        <p:strVal val="visible"/>
                                      </p:to>
                                    </p:set>
                                    <p:anim calcmode="lin" valueType="num">
                                      <p:cBhvr additive="base">
                                        <p:cTn id="19" dur="500" fill="hold"/>
                                        <p:tgtEl>
                                          <p:spTgt spid="5">
                                            <p:graphicEl>
                                              <a:dgm id="{E21D2BF4-7D51-4C18-97FF-A42E60362BBD}"/>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graphicEl>
                                              <a:dgm id="{E21D2BF4-7D51-4C18-97FF-A42E60362BBD}"/>
                                            </p:graphic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graphicEl>
                                              <a:dgm id="{8BF9AEEB-6851-40BD-AB58-3B8976D39EA2}"/>
                                            </p:graphicEl>
                                          </p:spTgt>
                                        </p:tgtEl>
                                        <p:attrNameLst>
                                          <p:attrName>style.visibility</p:attrName>
                                        </p:attrNameLst>
                                      </p:cBhvr>
                                      <p:to>
                                        <p:strVal val="visible"/>
                                      </p:to>
                                    </p:set>
                                    <p:anim calcmode="lin" valueType="num">
                                      <p:cBhvr additive="base">
                                        <p:cTn id="23" dur="500" fill="hold"/>
                                        <p:tgtEl>
                                          <p:spTgt spid="5">
                                            <p:graphicEl>
                                              <a:dgm id="{8BF9AEEB-6851-40BD-AB58-3B8976D39EA2}"/>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graphicEl>
                                              <a:dgm id="{8BF9AEEB-6851-40BD-AB58-3B8976D39EA2}"/>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graphicEl>
                                              <a:dgm id="{C3625E89-D675-425E-BBC9-22ACCD2CE7E5}"/>
                                            </p:graphicEl>
                                          </p:spTgt>
                                        </p:tgtEl>
                                        <p:attrNameLst>
                                          <p:attrName>style.visibility</p:attrName>
                                        </p:attrNameLst>
                                      </p:cBhvr>
                                      <p:to>
                                        <p:strVal val="visible"/>
                                      </p:to>
                                    </p:set>
                                    <p:anim calcmode="lin" valueType="num">
                                      <p:cBhvr additive="base">
                                        <p:cTn id="27" dur="500" fill="hold"/>
                                        <p:tgtEl>
                                          <p:spTgt spid="5">
                                            <p:graphicEl>
                                              <a:dgm id="{C3625E89-D675-425E-BBC9-22ACCD2CE7E5}"/>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graphicEl>
                                              <a:dgm id="{C3625E89-D675-425E-BBC9-22ACCD2CE7E5}"/>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graphicEl>
                                              <a:dgm id="{D4B82E3A-7987-4C2E-90F2-39EB17CDA12C}"/>
                                            </p:graphicEl>
                                          </p:spTgt>
                                        </p:tgtEl>
                                        <p:attrNameLst>
                                          <p:attrName>style.visibility</p:attrName>
                                        </p:attrNameLst>
                                      </p:cBhvr>
                                      <p:to>
                                        <p:strVal val="visible"/>
                                      </p:to>
                                    </p:set>
                                    <p:anim calcmode="lin" valueType="num">
                                      <p:cBhvr additive="base">
                                        <p:cTn id="31" dur="500" fill="hold"/>
                                        <p:tgtEl>
                                          <p:spTgt spid="5">
                                            <p:graphicEl>
                                              <a:dgm id="{D4B82E3A-7987-4C2E-90F2-39EB17CDA12C}"/>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graphicEl>
                                              <a:dgm id="{D4B82E3A-7987-4C2E-90F2-39EB17CDA12C}"/>
                                            </p:graphic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
                                            <p:graphicEl>
                                              <a:dgm id="{A106732E-E5BB-4FA4-9FC2-DA697577346B}"/>
                                            </p:graphicEl>
                                          </p:spTgt>
                                        </p:tgtEl>
                                        <p:attrNameLst>
                                          <p:attrName>style.visibility</p:attrName>
                                        </p:attrNameLst>
                                      </p:cBhvr>
                                      <p:to>
                                        <p:strVal val="visible"/>
                                      </p:to>
                                    </p:set>
                                    <p:anim calcmode="lin" valueType="num">
                                      <p:cBhvr additive="base">
                                        <p:cTn id="35" dur="500" fill="hold"/>
                                        <p:tgtEl>
                                          <p:spTgt spid="5">
                                            <p:graphicEl>
                                              <a:dgm id="{A106732E-E5BB-4FA4-9FC2-DA697577346B}"/>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graphicEl>
                                              <a:dgm id="{A106732E-E5BB-4FA4-9FC2-DA697577346B}"/>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
                                            <p:graphicEl>
                                              <a:dgm id="{8242CE9D-4669-46E5-BCA4-3B5FAC936837}"/>
                                            </p:graphicEl>
                                          </p:spTgt>
                                        </p:tgtEl>
                                        <p:attrNameLst>
                                          <p:attrName>style.visibility</p:attrName>
                                        </p:attrNameLst>
                                      </p:cBhvr>
                                      <p:to>
                                        <p:strVal val="visible"/>
                                      </p:to>
                                    </p:set>
                                    <p:anim calcmode="lin" valueType="num">
                                      <p:cBhvr additive="base">
                                        <p:cTn id="39" dur="500" fill="hold"/>
                                        <p:tgtEl>
                                          <p:spTgt spid="5">
                                            <p:graphicEl>
                                              <a:dgm id="{8242CE9D-4669-46E5-BCA4-3B5FAC936837}"/>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graphicEl>
                                              <a:dgm id="{8242CE9D-4669-46E5-BCA4-3B5FAC936837}"/>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
                                            <p:graphicEl>
                                              <a:dgm id="{05639DDF-5FCC-4B8F-B977-906F6CB43161}"/>
                                            </p:graphicEl>
                                          </p:spTgt>
                                        </p:tgtEl>
                                        <p:attrNameLst>
                                          <p:attrName>style.visibility</p:attrName>
                                        </p:attrNameLst>
                                      </p:cBhvr>
                                      <p:to>
                                        <p:strVal val="visible"/>
                                      </p:to>
                                    </p:set>
                                    <p:anim calcmode="lin" valueType="num">
                                      <p:cBhvr additive="base">
                                        <p:cTn id="43" dur="500" fill="hold"/>
                                        <p:tgtEl>
                                          <p:spTgt spid="5">
                                            <p:graphicEl>
                                              <a:dgm id="{05639DDF-5FCC-4B8F-B977-906F6CB43161}"/>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graphicEl>
                                              <a:dgm id="{05639DDF-5FCC-4B8F-B977-906F6CB43161}"/>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
                                            <p:graphicEl>
                                              <a:dgm id="{04475720-37ED-4DBC-B32C-8365E7D0E0C6}"/>
                                            </p:graphicEl>
                                          </p:spTgt>
                                        </p:tgtEl>
                                        <p:attrNameLst>
                                          <p:attrName>style.visibility</p:attrName>
                                        </p:attrNameLst>
                                      </p:cBhvr>
                                      <p:to>
                                        <p:strVal val="visible"/>
                                      </p:to>
                                    </p:set>
                                    <p:anim calcmode="lin" valueType="num">
                                      <p:cBhvr additive="base">
                                        <p:cTn id="47" dur="500" fill="hold"/>
                                        <p:tgtEl>
                                          <p:spTgt spid="5">
                                            <p:graphicEl>
                                              <a:dgm id="{04475720-37ED-4DBC-B32C-8365E7D0E0C6}"/>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graphicEl>
                                              <a:dgm id="{04475720-37ED-4DBC-B32C-8365E7D0E0C6}"/>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
                                            <p:graphicEl>
                                              <a:dgm id="{B1BBEE87-A045-48AA-A222-6DBECC44513D}"/>
                                            </p:graphicEl>
                                          </p:spTgt>
                                        </p:tgtEl>
                                        <p:attrNameLst>
                                          <p:attrName>style.visibility</p:attrName>
                                        </p:attrNameLst>
                                      </p:cBhvr>
                                      <p:to>
                                        <p:strVal val="visible"/>
                                      </p:to>
                                    </p:set>
                                    <p:anim calcmode="lin" valueType="num">
                                      <p:cBhvr additive="base">
                                        <p:cTn id="51" dur="500" fill="hold"/>
                                        <p:tgtEl>
                                          <p:spTgt spid="5">
                                            <p:graphicEl>
                                              <a:dgm id="{B1BBEE87-A045-48AA-A222-6DBECC44513D}"/>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5">
                                            <p:graphicEl>
                                              <a:dgm id="{B1BBEE87-A045-48AA-A222-6DBECC44513D}"/>
                                            </p:graphic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
                                            <p:graphicEl>
                                              <a:dgm id="{EE8A2EE3-CBD0-4B3C-B43F-8C7FD923CC25}"/>
                                            </p:graphicEl>
                                          </p:spTgt>
                                        </p:tgtEl>
                                        <p:attrNameLst>
                                          <p:attrName>style.visibility</p:attrName>
                                        </p:attrNameLst>
                                      </p:cBhvr>
                                      <p:to>
                                        <p:strVal val="visible"/>
                                      </p:to>
                                    </p:set>
                                    <p:anim calcmode="lin" valueType="num">
                                      <p:cBhvr additive="base">
                                        <p:cTn id="55" dur="500" fill="hold"/>
                                        <p:tgtEl>
                                          <p:spTgt spid="5">
                                            <p:graphicEl>
                                              <a:dgm id="{EE8A2EE3-CBD0-4B3C-B43F-8C7FD923CC25}"/>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graphicEl>
                                              <a:dgm id="{EE8A2EE3-CBD0-4B3C-B43F-8C7FD923CC25}"/>
                                            </p:graphic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
                                            <p:graphicEl>
                                              <a:dgm id="{4BC94A0B-5CBD-423A-8D2C-E555A845D89B}"/>
                                            </p:graphicEl>
                                          </p:spTgt>
                                        </p:tgtEl>
                                        <p:attrNameLst>
                                          <p:attrName>style.visibility</p:attrName>
                                        </p:attrNameLst>
                                      </p:cBhvr>
                                      <p:to>
                                        <p:strVal val="visible"/>
                                      </p:to>
                                    </p:set>
                                    <p:anim calcmode="lin" valueType="num">
                                      <p:cBhvr additive="base">
                                        <p:cTn id="59" dur="500" fill="hold"/>
                                        <p:tgtEl>
                                          <p:spTgt spid="5">
                                            <p:graphicEl>
                                              <a:dgm id="{4BC94A0B-5CBD-423A-8D2C-E555A845D89B}"/>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5">
                                            <p:graphicEl>
                                              <a:dgm id="{4BC94A0B-5CBD-423A-8D2C-E555A845D89B}"/>
                                            </p:graphic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
                                            <p:graphicEl>
                                              <a:dgm id="{3A259367-22C9-439A-88BC-51E03C341F58}"/>
                                            </p:graphicEl>
                                          </p:spTgt>
                                        </p:tgtEl>
                                        <p:attrNameLst>
                                          <p:attrName>style.visibility</p:attrName>
                                        </p:attrNameLst>
                                      </p:cBhvr>
                                      <p:to>
                                        <p:strVal val="visible"/>
                                      </p:to>
                                    </p:set>
                                    <p:anim calcmode="lin" valueType="num">
                                      <p:cBhvr additive="base">
                                        <p:cTn id="63" dur="500" fill="hold"/>
                                        <p:tgtEl>
                                          <p:spTgt spid="5">
                                            <p:graphicEl>
                                              <a:dgm id="{3A259367-22C9-439A-88BC-51E03C341F58}"/>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5">
                                            <p:graphicEl>
                                              <a:dgm id="{3A259367-22C9-439A-88BC-51E03C341F58}"/>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
                                            <p:graphicEl>
                                              <a:dgm id="{A3CE430D-AB95-4A6F-BC7A-8F701B61CF1D}"/>
                                            </p:graphicEl>
                                          </p:spTgt>
                                        </p:tgtEl>
                                        <p:attrNameLst>
                                          <p:attrName>style.visibility</p:attrName>
                                        </p:attrNameLst>
                                      </p:cBhvr>
                                      <p:to>
                                        <p:strVal val="visible"/>
                                      </p:to>
                                    </p:set>
                                    <p:anim calcmode="lin" valueType="num">
                                      <p:cBhvr additive="base">
                                        <p:cTn id="67" dur="500" fill="hold"/>
                                        <p:tgtEl>
                                          <p:spTgt spid="5">
                                            <p:graphicEl>
                                              <a:dgm id="{A3CE430D-AB95-4A6F-BC7A-8F701B61CF1D}"/>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graphicEl>
                                              <a:dgm id="{A3CE430D-AB95-4A6F-BC7A-8F701B61CF1D}"/>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5">
                                            <p:graphicEl>
                                              <a:dgm id="{44686116-052F-49A9-A74B-938B399A9E5A}"/>
                                            </p:graphicEl>
                                          </p:spTgt>
                                        </p:tgtEl>
                                        <p:attrNameLst>
                                          <p:attrName>style.visibility</p:attrName>
                                        </p:attrNameLst>
                                      </p:cBhvr>
                                      <p:to>
                                        <p:strVal val="visible"/>
                                      </p:to>
                                    </p:set>
                                    <p:anim calcmode="lin" valueType="num">
                                      <p:cBhvr additive="base">
                                        <p:cTn id="71" dur="500" fill="hold"/>
                                        <p:tgtEl>
                                          <p:spTgt spid="5">
                                            <p:graphicEl>
                                              <a:dgm id="{44686116-052F-49A9-A74B-938B399A9E5A}"/>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5">
                                            <p:graphicEl>
                                              <a:dgm id="{44686116-052F-49A9-A74B-938B399A9E5A}"/>
                                            </p:graphic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5">
                                            <p:graphicEl>
                                              <a:dgm id="{FF9CC79F-CF4C-4CC4-8B6F-363312365C3A}"/>
                                            </p:graphicEl>
                                          </p:spTgt>
                                        </p:tgtEl>
                                        <p:attrNameLst>
                                          <p:attrName>style.visibility</p:attrName>
                                        </p:attrNameLst>
                                      </p:cBhvr>
                                      <p:to>
                                        <p:strVal val="visible"/>
                                      </p:to>
                                    </p:set>
                                    <p:anim calcmode="lin" valueType="num">
                                      <p:cBhvr additive="base">
                                        <p:cTn id="75" dur="500" fill="hold"/>
                                        <p:tgtEl>
                                          <p:spTgt spid="5">
                                            <p:graphicEl>
                                              <a:dgm id="{FF9CC79F-CF4C-4CC4-8B6F-363312365C3A}"/>
                                            </p:graphicEl>
                                          </p:spTgt>
                                        </p:tgtEl>
                                        <p:attrNameLst>
                                          <p:attrName>ppt_x</p:attrName>
                                        </p:attrNameLst>
                                      </p:cBhvr>
                                      <p:tavLst>
                                        <p:tav tm="0">
                                          <p:val>
                                            <p:strVal val="#ppt_x"/>
                                          </p:val>
                                        </p:tav>
                                        <p:tav tm="100000">
                                          <p:val>
                                            <p:strVal val="#ppt_x"/>
                                          </p:val>
                                        </p:tav>
                                      </p:tavLst>
                                    </p:anim>
                                    <p:anim calcmode="lin" valueType="num">
                                      <p:cBhvr additive="base">
                                        <p:cTn id="76" dur="500" fill="hold"/>
                                        <p:tgtEl>
                                          <p:spTgt spid="5">
                                            <p:graphicEl>
                                              <a:dgm id="{FF9CC79F-CF4C-4CC4-8B6F-363312365C3A}"/>
                                            </p:graphicEl>
                                          </p:spTgt>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5">
                                            <p:graphicEl>
                                              <a:dgm id="{982A3BF8-37E9-4B59-9422-A3BA90D51973}"/>
                                            </p:graphicEl>
                                          </p:spTgt>
                                        </p:tgtEl>
                                        <p:attrNameLst>
                                          <p:attrName>style.visibility</p:attrName>
                                        </p:attrNameLst>
                                      </p:cBhvr>
                                      <p:to>
                                        <p:strVal val="visible"/>
                                      </p:to>
                                    </p:set>
                                    <p:anim calcmode="lin" valueType="num">
                                      <p:cBhvr additive="base">
                                        <p:cTn id="79" dur="500" fill="hold"/>
                                        <p:tgtEl>
                                          <p:spTgt spid="5">
                                            <p:graphicEl>
                                              <a:dgm id="{982A3BF8-37E9-4B59-9422-A3BA90D51973}"/>
                                            </p:graphic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graphicEl>
                                              <a:dgm id="{982A3BF8-37E9-4B59-9422-A3BA90D51973}"/>
                                            </p:graphicEl>
                                          </p:spTgt>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5">
                                            <p:graphicEl>
                                              <a:dgm id="{2C7087C6-A44A-4246-BDAA-5EEF92B3F793}"/>
                                            </p:graphicEl>
                                          </p:spTgt>
                                        </p:tgtEl>
                                        <p:attrNameLst>
                                          <p:attrName>style.visibility</p:attrName>
                                        </p:attrNameLst>
                                      </p:cBhvr>
                                      <p:to>
                                        <p:strVal val="visible"/>
                                      </p:to>
                                    </p:set>
                                    <p:anim calcmode="lin" valueType="num">
                                      <p:cBhvr additive="base">
                                        <p:cTn id="83" dur="500" fill="hold"/>
                                        <p:tgtEl>
                                          <p:spTgt spid="5">
                                            <p:graphicEl>
                                              <a:dgm id="{2C7087C6-A44A-4246-BDAA-5EEF92B3F793}"/>
                                            </p:graphicEl>
                                          </p:spTgt>
                                        </p:tgtEl>
                                        <p:attrNameLst>
                                          <p:attrName>ppt_x</p:attrName>
                                        </p:attrNameLst>
                                      </p:cBhvr>
                                      <p:tavLst>
                                        <p:tav tm="0">
                                          <p:val>
                                            <p:strVal val="#ppt_x"/>
                                          </p:val>
                                        </p:tav>
                                        <p:tav tm="100000">
                                          <p:val>
                                            <p:strVal val="#ppt_x"/>
                                          </p:val>
                                        </p:tav>
                                      </p:tavLst>
                                    </p:anim>
                                    <p:anim calcmode="lin" valueType="num">
                                      <p:cBhvr additive="base">
                                        <p:cTn id="84" dur="500" fill="hold"/>
                                        <p:tgtEl>
                                          <p:spTgt spid="5">
                                            <p:graphicEl>
                                              <a:dgm id="{2C7087C6-A44A-4246-BDAA-5EEF92B3F793}"/>
                                            </p:graphic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5">
                                            <p:graphicEl>
                                              <a:dgm id="{136F5F10-0EF0-46F3-B7F2-D476E7B12201}"/>
                                            </p:graphicEl>
                                          </p:spTgt>
                                        </p:tgtEl>
                                        <p:attrNameLst>
                                          <p:attrName>style.visibility</p:attrName>
                                        </p:attrNameLst>
                                      </p:cBhvr>
                                      <p:to>
                                        <p:strVal val="visible"/>
                                      </p:to>
                                    </p:set>
                                    <p:anim calcmode="lin" valueType="num">
                                      <p:cBhvr additive="base">
                                        <p:cTn id="87" dur="500" fill="hold"/>
                                        <p:tgtEl>
                                          <p:spTgt spid="5">
                                            <p:graphicEl>
                                              <a:dgm id="{136F5F10-0EF0-46F3-B7F2-D476E7B12201}"/>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5">
                                            <p:graphicEl>
                                              <a:dgm id="{136F5F10-0EF0-46F3-B7F2-D476E7B1220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D33165-2BBB-368F-753E-DC4747EFE8AF}"/>
              </a:ext>
            </a:extLst>
          </p:cNvPr>
          <p:cNvPicPr>
            <a:picLocks noChangeAspect="1"/>
          </p:cNvPicPr>
          <p:nvPr/>
        </p:nvPicPr>
        <p:blipFill>
          <a:blip r:embed="rId2"/>
          <a:stretch>
            <a:fillRect/>
          </a:stretch>
        </p:blipFill>
        <p:spPr>
          <a:xfrm>
            <a:off x="0" y="-3174"/>
            <a:ext cx="12192000" cy="6861174"/>
          </a:xfrm>
          <a:prstGeom prst="rect">
            <a:avLst/>
          </a:prstGeom>
        </p:spPr>
      </p:pic>
      <p:sp>
        <p:nvSpPr>
          <p:cNvPr id="2" name="Title 1">
            <a:extLst>
              <a:ext uri="{FF2B5EF4-FFF2-40B4-BE49-F238E27FC236}">
                <a16:creationId xmlns:a16="http://schemas.microsoft.com/office/drawing/2014/main" id="{9EE40841-0AEA-9CA2-D46C-FF5502BF34A5}"/>
              </a:ext>
            </a:extLst>
          </p:cNvPr>
          <p:cNvSpPr>
            <a:spLocks noGrp="1"/>
          </p:cNvSpPr>
          <p:nvPr>
            <p:ph type="title" idx="4294967295"/>
          </p:nvPr>
        </p:nvSpPr>
        <p:spPr>
          <a:xfrm>
            <a:off x="0" y="346075"/>
            <a:ext cx="10515600" cy="1325563"/>
          </a:xfrm>
        </p:spPr>
        <p:txBody>
          <a:bodyPr/>
          <a:lstStyle/>
          <a:p>
            <a:r>
              <a:rPr lang="es-ES" dirty="0"/>
              <a:t>	</a:t>
            </a:r>
            <a:r>
              <a:rPr lang="es-ES" dirty="0">
                <a:latin typeface="Bodoni MT" panose="02070603080606020203" pitchFamily="18" charset="0"/>
              </a:rPr>
              <a:t>SQL Queries for IRCTC Database</a:t>
            </a:r>
            <a:endParaRPr lang="en-IN" dirty="0">
              <a:latin typeface="Bodoni MT" panose="02070603080606020203" pitchFamily="18" charset="0"/>
            </a:endParaRPr>
          </a:p>
        </p:txBody>
      </p:sp>
      <p:graphicFrame>
        <p:nvGraphicFramePr>
          <p:cNvPr id="5" name="Diagram 4">
            <a:extLst>
              <a:ext uri="{FF2B5EF4-FFF2-40B4-BE49-F238E27FC236}">
                <a16:creationId xmlns:a16="http://schemas.microsoft.com/office/drawing/2014/main" id="{F2D810B4-2018-E1A6-939A-790BEF0429F1}"/>
              </a:ext>
            </a:extLst>
          </p:cNvPr>
          <p:cNvGraphicFramePr/>
          <p:nvPr>
            <p:extLst>
              <p:ext uri="{D42A27DB-BD31-4B8C-83A1-F6EECF244321}">
                <p14:modId xmlns:p14="http://schemas.microsoft.com/office/powerpoint/2010/main" val="414914775"/>
              </p:ext>
            </p:extLst>
          </p:nvPr>
        </p:nvGraphicFramePr>
        <p:xfrm>
          <a:off x="1026367" y="1574800"/>
          <a:ext cx="10198359" cy="49371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392067"/>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BA1766-55D2-4017-5CA9-CF0291D2B3C3}"/>
              </a:ext>
            </a:extLst>
          </p:cNvPr>
          <p:cNvPicPr>
            <a:picLocks noChangeAspect="1"/>
          </p:cNvPicPr>
          <p:nvPr/>
        </p:nvPicPr>
        <p:blipFill>
          <a:blip r:embed="rId2"/>
          <a:stretch>
            <a:fillRect/>
          </a:stretch>
        </p:blipFill>
        <p:spPr>
          <a:xfrm>
            <a:off x="0" y="-71120"/>
            <a:ext cx="12192000" cy="6929120"/>
          </a:xfrm>
          <a:prstGeom prst="rect">
            <a:avLst/>
          </a:prstGeom>
        </p:spPr>
      </p:pic>
      <p:pic>
        <p:nvPicPr>
          <p:cNvPr id="9" name="Content Placeholder 8">
            <a:extLst>
              <a:ext uri="{FF2B5EF4-FFF2-40B4-BE49-F238E27FC236}">
                <a16:creationId xmlns:a16="http://schemas.microsoft.com/office/drawing/2014/main" id="{79B26D34-27C4-8365-E371-6B2B5336552C}"/>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rcRect/>
          <a:stretch/>
        </p:blipFill>
        <p:spPr>
          <a:xfrm>
            <a:off x="975360" y="0"/>
            <a:ext cx="10096500" cy="6858000"/>
          </a:xfr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FF2E31F6-6676-E5F3-E078-298318A9878F}"/>
                  </a:ext>
                </a:extLst>
              </p14:cNvPr>
              <p14:cNvContentPartPr/>
              <p14:nvPr/>
            </p14:nvContentPartPr>
            <p14:xfrm>
              <a:off x="195869" y="2341550"/>
              <a:ext cx="360" cy="360"/>
            </p14:xfrm>
          </p:contentPart>
        </mc:Choice>
        <mc:Fallback xmlns="">
          <p:pic>
            <p:nvPicPr>
              <p:cNvPr id="4" name="Ink 3">
                <a:extLst>
                  <a:ext uri="{FF2B5EF4-FFF2-40B4-BE49-F238E27FC236}">
                    <a16:creationId xmlns:a16="http://schemas.microsoft.com/office/drawing/2014/main" id="{FF2E31F6-6676-E5F3-E078-298318A9878F}"/>
                  </a:ext>
                </a:extLst>
              </p:cNvPr>
              <p:cNvPicPr/>
              <p:nvPr/>
            </p:nvPicPr>
            <p:blipFill>
              <a:blip r:embed="rId5"/>
              <a:stretch>
                <a:fillRect/>
              </a:stretch>
            </p:blipFill>
            <p:spPr>
              <a:xfrm>
                <a:off x="191549" y="233723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62916F59-199E-57BA-04C3-2103FB3E81A3}"/>
                  </a:ext>
                </a:extLst>
              </p14:cNvPr>
              <p14:cNvContentPartPr/>
              <p14:nvPr/>
            </p14:nvContentPartPr>
            <p14:xfrm>
              <a:off x="-317131" y="587630"/>
              <a:ext cx="360" cy="360"/>
            </p14:xfrm>
          </p:contentPart>
        </mc:Choice>
        <mc:Fallback xmlns="">
          <p:pic>
            <p:nvPicPr>
              <p:cNvPr id="10" name="Ink 9">
                <a:extLst>
                  <a:ext uri="{FF2B5EF4-FFF2-40B4-BE49-F238E27FC236}">
                    <a16:creationId xmlns:a16="http://schemas.microsoft.com/office/drawing/2014/main" id="{62916F59-199E-57BA-04C3-2103FB3E81A3}"/>
                  </a:ext>
                </a:extLst>
              </p:cNvPr>
              <p:cNvPicPr/>
              <p:nvPr/>
            </p:nvPicPr>
            <p:blipFill>
              <a:blip r:embed="rId7"/>
              <a:stretch>
                <a:fillRect/>
              </a:stretch>
            </p:blipFill>
            <p:spPr>
              <a:xfrm>
                <a:off x="-326131" y="5789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9" name="Ink 38">
                <a:extLst>
                  <a:ext uri="{FF2B5EF4-FFF2-40B4-BE49-F238E27FC236}">
                    <a16:creationId xmlns:a16="http://schemas.microsoft.com/office/drawing/2014/main" id="{4592C785-D07D-0F40-9D91-C7A9899F5F7A}"/>
                  </a:ext>
                </a:extLst>
              </p14:cNvPr>
              <p14:cNvContentPartPr/>
              <p14:nvPr/>
            </p14:nvContentPartPr>
            <p14:xfrm>
              <a:off x="6661829" y="699590"/>
              <a:ext cx="360" cy="360"/>
            </p14:xfrm>
          </p:contentPart>
        </mc:Choice>
        <mc:Fallback xmlns="">
          <p:pic>
            <p:nvPicPr>
              <p:cNvPr id="39" name="Ink 38">
                <a:extLst>
                  <a:ext uri="{FF2B5EF4-FFF2-40B4-BE49-F238E27FC236}">
                    <a16:creationId xmlns:a16="http://schemas.microsoft.com/office/drawing/2014/main" id="{4592C785-D07D-0F40-9D91-C7A9899F5F7A}"/>
                  </a:ext>
                </a:extLst>
              </p:cNvPr>
              <p:cNvPicPr/>
              <p:nvPr/>
            </p:nvPicPr>
            <p:blipFill>
              <a:blip r:embed="rId9"/>
              <a:stretch>
                <a:fillRect/>
              </a:stretch>
            </p:blipFill>
            <p:spPr>
              <a:xfrm>
                <a:off x="6643829" y="681950"/>
                <a:ext cx="36000" cy="36000"/>
              </a:xfrm>
              <a:prstGeom prst="rect">
                <a:avLst/>
              </a:prstGeom>
            </p:spPr>
          </p:pic>
        </mc:Fallback>
      </mc:AlternateContent>
      <p:grpSp>
        <p:nvGrpSpPr>
          <p:cNvPr id="42" name="Group 41">
            <a:extLst>
              <a:ext uri="{FF2B5EF4-FFF2-40B4-BE49-F238E27FC236}">
                <a16:creationId xmlns:a16="http://schemas.microsoft.com/office/drawing/2014/main" id="{10C904A5-D349-73A5-4140-FDCBB88AF019}"/>
              </a:ext>
            </a:extLst>
          </p:cNvPr>
          <p:cNvGrpSpPr/>
          <p:nvPr/>
        </p:nvGrpSpPr>
        <p:grpSpPr>
          <a:xfrm>
            <a:off x="6680909" y="699590"/>
            <a:ext cx="9360" cy="18720"/>
            <a:chOff x="6680909" y="699590"/>
            <a:chExt cx="9360" cy="18720"/>
          </a:xfrm>
        </p:grpSpPr>
        <mc:AlternateContent xmlns:mc="http://schemas.openxmlformats.org/markup-compatibility/2006" xmlns:p14="http://schemas.microsoft.com/office/powerpoint/2010/main">
          <mc:Choice Requires="p14">
            <p:contentPart p14:bwMode="auto" r:id="rId10">
              <p14:nvContentPartPr>
                <p14:cNvPr id="40" name="Ink 39">
                  <a:extLst>
                    <a:ext uri="{FF2B5EF4-FFF2-40B4-BE49-F238E27FC236}">
                      <a16:creationId xmlns:a16="http://schemas.microsoft.com/office/drawing/2014/main" id="{3E48536E-BB9F-B641-70A8-8AAA08EA8450}"/>
                    </a:ext>
                  </a:extLst>
                </p14:cNvPr>
                <p14:cNvContentPartPr/>
                <p14:nvPr/>
              </p14:nvContentPartPr>
              <p14:xfrm>
                <a:off x="6680909" y="717950"/>
                <a:ext cx="360" cy="360"/>
              </p14:xfrm>
            </p:contentPart>
          </mc:Choice>
          <mc:Fallback xmlns="">
            <p:pic>
              <p:nvPicPr>
                <p:cNvPr id="40" name="Ink 39">
                  <a:extLst>
                    <a:ext uri="{FF2B5EF4-FFF2-40B4-BE49-F238E27FC236}">
                      <a16:creationId xmlns:a16="http://schemas.microsoft.com/office/drawing/2014/main" id="{3E48536E-BB9F-B641-70A8-8AAA08EA8450}"/>
                    </a:ext>
                  </a:extLst>
                </p:cNvPr>
                <p:cNvPicPr/>
                <p:nvPr/>
              </p:nvPicPr>
              <p:blipFill>
                <a:blip r:embed="rId11"/>
                <a:stretch>
                  <a:fillRect/>
                </a:stretch>
              </p:blipFill>
              <p:spPr>
                <a:xfrm>
                  <a:off x="6662909" y="70031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1" name="Ink 40">
                  <a:extLst>
                    <a:ext uri="{FF2B5EF4-FFF2-40B4-BE49-F238E27FC236}">
                      <a16:creationId xmlns:a16="http://schemas.microsoft.com/office/drawing/2014/main" id="{5292C84E-B30D-29F4-DC65-2A160704D647}"/>
                    </a:ext>
                  </a:extLst>
                </p14:cNvPr>
                <p14:cNvContentPartPr/>
                <p14:nvPr/>
              </p14:nvContentPartPr>
              <p14:xfrm>
                <a:off x="6689909" y="699590"/>
                <a:ext cx="360" cy="360"/>
              </p14:xfrm>
            </p:contentPart>
          </mc:Choice>
          <mc:Fallback xmlns="">
            <p:pic>
              <p:nvPicPr>
                <p:cNvPr id="41" name="Ink 40">
                  <a:extLst>
                    <a:ext uri="{FF2B5EF4-FFF2-40B4-BE49-F238E27FC236}">
                      <a16:creationId xmlns:a16="http://schemas.microsoft.com/office/drawing/2014/main" id="{5292C84E-B30D-29F4-DC65-2A160704D647}"/>
                    </a:ext>
                  </a:extLst>
                </p:cNvPr>
                <p:cNvPicPr/>
                <p:nvPr/>
              </p:nvPicPr>
              <p:blipFill>
                <a:blip r:embed="rId9"/>
                <a:stretch>
                  <a:fillRect/>
                </a:stretch>
              </p:blipFill>
              <p:spPr>
                <a:xfrm>
                  <a:off x="6672269" y="681950"/>
                  <a:ext cx="36000" cy="3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43" name="Ink 42">
                <a:extLst>
                  <a:ext uri="{FF2B5EF4-FFF2-40B4-BE49-F238E27FC236}">
                    <a16:creationId xmlns:a16="http://schemas.microsoft.com/office/drawing/2014/main" id="{CA762C0A-6556-A638-2BF8-D777AB516932}"/>
                  </a:ext>
                </a:extLst>
              </p14:cNvPr>
              <p14:cNvContentPartPr/>
              <p14:nvPr/>
            </p14:nvContentPartPr>
            <p14:xfrm>
              <a:off x="6689909" y="671870"/>
              <a:ext cx="360" cy="73440"/>
            </p14:xfrm>
          </p:contentPart>
        </mc:Choice>
        <mc:Fallback xmlns="">
          <p:pic>
            <p:nvPicPr>
              <p:cNvPr id="43" name="Ink 42">
                <a:extLst>
                  <a:ext uri="{FF2B5EF4-FFF2-40B4-BE49-F238E27FC236}">
                    <a16:creationId xmlns:a16="http://schemas.microsoft.com/office/drawing/2014/main" id="{CA762C0A-6556-A638-2BF8-D777AB516932}"/>
                  </a:ext>
                </a:extLst>
              </p:cNvPr>
              <p:cNvPicPr/>
              <p:nvPr/>
            </p:nvPicPr>
            <p:blipFill>
              <a:blip r:embed="rId14"/>
              <a:stretch>
                <a:fillRect/>
              </a:stretch>
            </p:blipFill>
            <p:spPr>
              <a:xfrm>
                <a:off x="6681269" y="662870"/>
                <a:ext cx="1800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4" name="Ink 43">
                <a:extLst>
                  <a:ext uri="{FF2B5EF4-FFF2-40B4-BE49-F238E27FC236}">
                    <a16:creationId xmlns:a16="http://schemas.microsoft.com/office/drawing/2014/main" id="{FC814B8D-CADC-B138-0E63-8721D766BD0B}"/>
                  </a:ext>
                </a:extLst>
              </p14:cNvPr>
              <p14:cNvContentPartPr/>
              <p14:nvPr/>
            </p14:nvContentPartPr>
            <p14:xfrm>
              <a:off x="6626549" y="689870"/>
              <a:ext cx="64080" cy="10080"/>
            </p14:xfrm>
          </p:contentPart>
        </mc:Choice>
        <mc:Fallback xmlns="">
          <p:pic>
            <p:nvPicPr>
              <p:cNvPr id="44" name="Ink 43">
                <a:extLst>
                  <a:ext uri="{FF2B5EF4-FFF2-40B4-BE49-F238E27FC236}">
                    <a16:creationId xmlns:a16="http://schemas.microsoft.com/office/drawing/2014/main" id="{FC814B8D-CADC-B138-0E63-8721D766BD0B}"/>
                  </a:ext>
                </a:extLst>
              </p:cNvPr>
              <p:cNvPicPr/>
              <p:nvPr/>
            </p:nvPicPr>
            <p:blipFill>
              <a:blip r:embed="rId16"/>
              <a:stretch>
                <a:fillRect/>
              </a:stretch>
            </p:blipFill>
            <p:spPr>
              <a:xfrm>
                <a:off x="6617549" y="681230"/>
                <a:ext cx="8172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5" name="Ink 44">
                <a:extLst>
                  <a:ext uri="{FF2B5EF4-FFF2-40B4-BE49-F238E27FC236}">
                    <a16:creationId xmlns:a16="http://schemas.microsoft.com/office/drawing/2014/main" id="{95903F77-AD55-1E9E-5931-E118D97CA584}"/>
                  </a:ext>
                </a:extLst>
              </p14:cNvPr>
              <p14:cNvContentPartPr/>
              <p14:nvPr/>
            </p14:nvContentPartPr>
            <p14:xfrm>
              <a:off x="-438811" y="923510"/>
              <a:ext cx="360" cy="360"/>
            </p14:xfrm>
          </p:contentPart>
        </mc:Choice>
        <mc:Fallback xmlns="">
          <p:pic>
            <p:nvPicPr>
              <p:cNvPr id="45" name="Ink 44">
                <a:extLst>
                  <a:ext uri="{FF2B5EF4-FFF2-40B4-BE49-F238E27FC236}">
                    <a16:creationId xmlns:a16="http://schemas.microsoft.com/office/drawing/2014/main" id="{95903F77-AD55-1E9E-5931-E118D97CA584}"/>
                  </a:ext>
                </a:extLst>
              </p:cNvPr>
              <p:cNvPicPr/>
              <p:nvPr/>
            </p:nvPicPr>
            <p:blipFill>
              <a:blip r:embed="rId7"/>
              <a:stretch>
                <a:fillRect/>
              </a:stretch>
            </p:blipFill>
            <p:spPr>
              <a:xfrm>
                <a:off x="-447811" y="914870"/>
                <a:ext cx="18000" cy="18000"/>
              </a:xfrm>
              <a:prstGeom prst="rect">
                <a:avLst/>
              </a:prstGeom>
            </p:spPr>
          </p:pic>
        </mc:Fallback>
      </mc:AlternateContent>
    </p:spTree>
    <p:extLst>
      <p:ext uri="{BB962C8B-B14F-4D97-AF65-F5344CB8AC3E}">
        <p14:creationId xmlns:p14="http://schemas.microsoft.com/office/powerpoint/2010/main" val="1293985201"/>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001D3C-F6E3-D11C-00DF-979AEC7249E5}"/>
              </a:ext>
            </a:extLst>
          </p:cNvPr>
          <p:cNvPicPr>
            <a:picLocks noChangeAspect="1"/>
          </p:cNvPicPr>
          <p:nvPr/>
        </p:nvPicPr>
        <p:blipFill>
          <a:blip r:embed="rId2"/>
          <a:stretch>
            <a:fillRect/>
          </a:stretch>
        </p:blipFill>
        <p:spPr>
          <a:xfrm>
            <a:off x="-71120" y="0"/>
            <a:ext cx="12263120" cy="6929120"/>
          </a:xfrm>
          <a:prstGeom prst="rect">
            <a:avLst/>
          </a:prstGeom>
        </p:spPr>
      </p:pic>
      <p:sp>
        <p:nvSpPr>
          <p:cNvPr id="2" name="Title 1">
            <a:extLst>
              <a:ext uri="{FF2B5EF4-FFF2-40B4-BE49-F238E27FC236}">
                <a16:creationId xmlns:a16="http://schemas.microsoft.com/office/drawing/2014/main" id="{883D9144-7AF7-95FA-2F6E-34B156509AB2}"/>
              </a:ext>
            </a:extLst>
          </p:cNvPr>
          <p:cNvSpPr>
            <a:spLocks noGrp="1"/>
          </p:cNvSpPr>
          <p:nvPr>
            <p:ph type="title" idx="4294967295"/>
          </p:nvPr>
        </p:nvSpPr>
        <p:spPr>
          <a:xfrm>
            <a:off x="0" y="546100"/>
            <a:ext cx="10515600" cy="698500"/>
          </a:xfrm>
        </p:spPr>
        <p:txBody>
          <a:bodyPr>
            <a:normAutofit fontScale="90000"/>
          </a:bodyPr>
          <a:lstStyle/>
          <a:p>
            <a:r>
              <a:rPr lang="en-IN" dirty="0"/>
              <a:t>	 </a:t>
            </a:r>
            <a:r>
              <a:rPr lang="en-IN" dirty="0">
                <a:latin typeface="Bodoni MT" panose="02070603080606020203" pitchFamily="18" charset="0"/>
              </a:rPr>
              <a:t>Technology Framework:</a:t>
            </a:r>
          </a:p>
        </p:txBody>
      </p:sp>
      <p:graphicFrame>
        <p:nvGraphicFramePr>
          <p:cNvPr id="5" name="Diagram 4">
            <a:extLst>
              <a:ext uri="{FF2B5EF4-FFF2-40B4-BE49-F238E27FC236}">
                <a16:creationId xmlns:a16="http://schemas.microsoft.com/office/drawing/2014/main" id="{D0B322FA-FE07-572D-9F96-409B2309ACEF}"/>
              </a:ext>
            </a:extLst>
          </p:cNvPr>
          <p:cNvGraphicFramePr/>
          <p:nvPr>
            <p:extLst>
              <p:ext uri="{D42A27DB-BD31-4B8C-83A1-F6EECF244321}">
                <p14:modId xmlns:p14="http://schemas.microsoft.com/office/powerpoint/2010/main" val="3348620513"/>
              </p:ext>
            </p:extLst>
          </p:nvPr>
        </p:nvGraphicFramePr>
        <p:xfrm>
          <a:off x="581194" y="1341120"/>
          <a:ext cx="7648406" cy="5049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Picture 11">
            <a:extLst>
              <a:ext uri="{FF2B5EF4-FFF2-40B4-BE49-F238E27FC236}">
                <a16:creationId xmlns:a16="http://schemas.microsoft.com/office/drawing/2014/main" id="{DC6F563C-95DF-9008-83A5-4ADEE297378E}"/>
              </a:ext>
            </a:extLst>
          </p:cNvPr>
          <p:cNvPicPr>
            <a:picLocks noChangeAspect="1"/>
          </p:cNvPicPr>
          <p:nvPr/>
        </p:nvPicPr>
        <p:blipFill>
          <a:blip r:embed="rId8"/>
          <a:stretch>
            <a:fillRect/>
          </a:stretch>
        </p:blipFill>
        <p:spPr>
          <a:xfrm>
            <a:off x="7024938" y="73953"/>
            <a:ext cx="2748981" cy="2121009"/>
          </a:xfrm>
          <a:prstGeom prst="rect">
            <a:avLst/>
          </a:prstGeom>
          <a:ln>
            <a:solidFill>
              <a:schemeClr val="tx1">
                <a:lumMod val="95000"/>
                <a:lumOff val="5000"/>
              </a:schemeClr>
            </a:solidFill>
          </a:ln>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1480E3B6-8BE1-F37B-771D-AAE3B7E40BCD}"/>
              </a:ext>
            </a:extLst>
          </p:cNvPr>
          <p:cNvPicPr>
            <a:picLocks noChangeAspect="1"/>
          </p:cNvPicPr>
          <p:nvPr/>
        </p:nvPicPr>
        <p:blipFill>
          <a:blip r:embed="rId9"/>
          <a:stretch>
            <a:fillRect/>
          </a:stretch>
        </p:blipFill>
        <p:spPr>
          <a:xfrm>
            <a:off x="9031475" y="2266082"/>
            <a:ext cx="2831530" cy="2143358"/>
          </a:xfrm>
          <a:prstGeom prst="rect">
            <a:avLst/>
          </a:prstGeom>
          <a:ln>
            <a:solidFill>
              <a:schemeClr val="tx1">
                <a:lumMod val="95000"/>
                <a:lumOff val="5000"/>
              </a:schemeClr>
            </a:solidFill>
          </a:ln>
          <a:effectLst>
            <a:outerShdw blurRad="50800" dist="38100" dir="2700000" algn="tl" rotWithShape="0">
              <a:prstClr val="black">
                <a:alpha val="40000"/>
              </a:prstClr>
            </a:outerShdw>
          </a:effectLst>
        </p:spPr>
      </p:pic>
      <p:pic>
        <p:nvPicPr>
          <p:cNvPr id="16" name="Picture 15">
            <a:extLst>
              <a:ext uri="{FF2B5EF4-FFF2-40B4-BE49-F238E27FC236}">
                <a16:creationId xmlns:a16="http://schemas.microsoft.com/office/drawing/2014/main" id="{6C80A5B7-2359-10B2-68C3-4DCE27D7CFCA}"/>
              </a:ext>
            </a:extLst>
          </p:cNvPr>
          <p:cNvPicPr>
            <a:picLocks noChangeAspect="1"/>
          </p:cNvPicPr>
          <p:nvPr/>
        </p:nvPicPr>
        <p:blipFill>
          <a:blip r:embed="rId10"/>
          <a:stretch>
            <a:fillRect/>
          </a:stretch>
        </p:blipFill>
        <p:spPr>
          <a:xfrm>
            <a:off x="7318310" y="4480560"/>
            <a:ext cx="2831530" cy="2253486"/>
          </a:xfrm>
          <a:prstGeom prst="rect">
            <a:avLst/>
          </a:prstGeom>
          <a:ln>
            <a:solidFill>
              <a:schemeClr val="tx1">
                <a:lumMod val="95000"/>
                <a:lumOff val="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83827486"/>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175EDF7-9C04-A3BE-38E2-1346D8F7756E}"/>
              </a:ext>
            </a:extLst>
          </p:cNvPr>
          <p:cNvPicPr>
            <a:picLocks noChangeAspect="1"/>
          </p:cNvPicPr>
          <p:nvPr/>
        </p:nvPicPr>
        <p:blipFill>
          <a:blip r:embed="rId2"/>
          <a:stretch>
            <a:fillRect/>
          </a:stretch>
        </p:blipFill>
        <p:spPr>
          <a:xfrm>
            <a:off x="28148" y="0"/>
            <a:ext cx="12135704" cy="6858000"/>
          </a:xfrm>
          <a:prstGeom prst="rect">
            <a:avLst/>
          </a:prstGeom>
        </p:spPr>
      </p:pic>
      <p:sp>
        <p:nvSpPr>
          <p:cNvPr id="2" name="Title 1">
            <a:extLst>
              <a:ext uri="{FF2B5EF4-FFF2-40B4-BE49-F238E27FC236}">
                <a16:creationId xmlns:a16="http://schemas.microsoft.com/office/drawing/2014/main" id="{6137FE29-6525-67FE-88A0-9E90A83961D1}"/>
              </a:ext>
            </a:extLst>
          </p:cNvPr>
          <p:cNvSpPr>
            <a:spLocks noGrp="1"/>
          </p:cNvSpPr>
          <p:nvPr>
            <p:ph type="title" idx="4294967295"/>
          </p:nvPr>
        </p:nvSpPr>
        <p:spPr>
          <a:xfrm>
            <a:off x="0" y="681038"/>
            <a:ext cx="1558925" cy="288925"/>
          </a:xfrm>
        </p:spPr>
        <p:txBody>
          <a:bodyPr>
            <a:normAutofit fontScale="90000"/>
          </a:bodyPr>
          <a:lstStyle/>
          <a:p>
            <a:pPr marL="457200">
              <a:lnSpc>
                <a:spcPct val="107000"/>
              </a:lnSpc>
            </a:pPr>
            <a:r>
              <a:rPr lang="en-US" sz="1800" kern="100" dirty="0">
                <a:effectLst/>
                <a:latin typeface="Baskerville Old Face" panose="02020602080505020303" pitchFamily="18" charset="0"/>
                <a:ea typeface="Aptos" panose="020B0004020202020204" pitchFamily="34" charset="0"/>
                <a:cs typeface="Times New Roman" panose="02020603050405020304" pitchFamily="18" charset="0"/>
              </a:rPr>
              <a:t> </a:t>
            </a:r>
            <a:endParaRPr lang="en-IN" dirty="0"/>
          </a:p>
        </p:txBody>
      </p:sp>
      <p:pic>
        <p:nvPicPr>
          <p:cNvPr id="5" name="Picture 4">
            <a:extLst>
              <a:ext uri="{FF2B5EF4-FFF2-40B4-BE49-F238E27FC236}">
                <a16:creationId xmlns:a16="http://schemas.microsoft.com/office/drawing/2014/main" id="{EF456C6E-93DF-2083-B3D9-DE17E41FB304}"/>
              </a:ext>
            </a:extLst>
          </p:cNvPr>
          <p:cNvPicPr>
            <a:picLocks noChangeAspect="1"/>
          </p:cNvPicPr>
          <p:nvPr/>
        </p:nvPicPr>
        <p:blipFill>
          <a:blip r:embed="rId3"/>
          <a:stretch>
            <a:fillRect/>
          </a:stretch>
        </p:blipFill>
        <p:spPr>
          <a:xfrm>
            <a:off x="779462" y="1270000"/>
            <a:ext cx="10596880" cy="5588000"/>
          </a:xfrm>
          <a:prstGeom prst="rect">
            <a:avLst/>
          </a:prstGeom>
        </p:spPr>
      </p:pic>
      <p:sp>
        <p:nvSpPr>
          <p:cNvPr id="6" name="TextBox 5">
            <a:extLst>
              <a:ext uri="{FF2B5EF4-FFF2-40B4-BE49-F238E27FC236}">
                <a16:creationId xmlns:a16="http://schemas.microsoft.com/office/drawing/2014/main" id="{F6B174A3-00BD-98D9-72B1-E8AFDA562FD0}"/>
              </a:ext>
            </a:extLst>
          </p:cNvPr>
          <p:cNvSpPr txBox="1"/>
          <p:nvPr/>
        </p:nvSpPr>
        <p:spPr>
          <a:xfrm>
            <a:off x="385445" y="360363"/>
            <a:ext cx="6512560" cy="769441"/>
          </a:xfrm>
          <a:prstGeom prst="rect">
            <a:avLst/>
          </a:prstGeom>
          <a:noFill/>
        </p:spPr>
        <p:txBody>
          <a:bodyPr wrap="square" rtlCol="0">
            <a:spAutoFit/>
          </a:bodyPr>
          <a:lstStyle/>
          <a:p>
            <a:r>
              <a:rPr lang="en-US" sz="4400" dirty="0">
                <a:latin typeface="Bodoni MT" panose="02070603080606020203" pitchFamily="18" charset="0"/>
              </a:rPr>
              <a:t>Business Problems </a:t>
            </a:r>
            <a:endParaRPr lang="en-IN" sz="4400" dirty="0">
              <a:latin typeface="Bodoni MT" panose="02070603080606020203" pitchFamily="18" charset="0"/>
            </a:endParaRPr>
          </a:p>
        </p:txBody>
      </p:sp>
      <p:sp>
        <p:nvSpPr>
          <p:cNvPr id="7" name="TextBox 6">
            <a:extLst>
              <a:ext uri="{FF2B5EF4-FFF2-40B4-BE49-F238E27FC236}">
                <a16:creationId xmlns:a16="http://schemas.microsoft.com/office/drawing/2014/main" id="{4C972E84-FE3D-19A9-5349-00D2520BA0E8}"/>
              </a:ext>
            </a:extLst>
          </p:cNvPr>
          <p:cNvSpPr txBox="1"/>
          <p:nvPr/>
        </p:nvSpPr>
        <p:spPr>
          <a:xfrm>
            <a:off x="1793240" y="2255520"/>
            <a:ext cx="1488440" cy="1198374"/>
          </a:xfrm>
          <a:prstGeom prst="rect">
            <a:avLst/>
          </a:prstGeom>
          <a:noFill/>
        </p:spPr>
        <p:txBody>
          <a:bodyPr wrap="square" rtlCol="0">
            <a:spAutoFit/>
          </a:bodyPr>
          <a:lstStyle/>
          <a:p>
            <a:r>
              <a:rPr lang="en-IN" dirty="0">
                <a:latin typeface="Bodoni MT" panose="02070603080606020203" pitchFamily="18" charset="0"/>
              </a:rPr>
              <a:t>Ticket Booking And Reservations</a:t>
            </a:r>
          </a:p>
          <a:p>
            <a:endParaRPr lang="en-IN" dirty="0"/>
          </a:p>
        </p:txBody>
      </p:sp>
      <p:sp>
        <p:nvSpPr>
          <p:cNvPr id="10" name="TextBox 9">
            <a:extLst>
              <a:ext uri="{FF2B5EF4-FFF2-40B4-BE49-F238E27FC236}">
                <a16:creationId xmlns:a16="http://schemas.microsoft.com/office/drawing/2014/main" id="{8B9F9114-05A4-C621-7CF9-A849966F7376}"/>
              </a:ext>
            </a:extLst>
          </p:cNvPr>
          <p:cNvSpPr txBox="1"/>
          <p:nvPr/>
        </p:nvSpPr>
        <p:spPr>
          <a:xfrm>
            <a:off x="3961288" y="2362264"/>
            <a:ext cx="1717040" cy="984885"/>
          </a:xfrm>
          <a:prstGeom prst="rect">
            <a:avLst/>
          </a:prstGeom>
          <a:noFill/>
        </p:spPr>
        <p:txBody>
          <a:bodyPr wrap="square" rtlCol="0">
            <a:spAutoFit/>
          </a:bodyPr>
          <a:lstStyle/>
          <a:p>
            <a:pPr algn="ctr"/>
            <a:r>
              <a:rPr lang="en-IN" sz="2000" dirty="0">
                <a:latin typeface="Bodoni MT" panose="02070603080606020203" pitchFamily="18" charset="0"/>
              </a:rPr>
              <a:t>Tatkal Booking Rush</a:t>
            </a:r>
          </a:p>
          <a:p>
            <a:endParaRPr lang="en-IN" dirty="0"/>
          </a:p>
        </p:txBody>
      </p:sp>
      <p:sp>
        <p:nvSpPr>
          <p:cNvPr id="11" name="TextBox 10">
            <a:extLst>
              <a:ext uri="{FF2B5EF4-FFF2-40B4-BE49-F238E27FC236}">
                <a16:creationId xmlns:a16="http://schemas.microsoft.com/office/drawing/2014/main" id="{536DC2AB-8358-8E42-EAA4-1A9057FB051D}"/>
              </a:ext>
            </a:extLst>
          </p:cNvPr>
          <p:cNvSpPr txBox="1"/>
          <p:nvPr/>
        </p:nvSpPr>
        <p:spPr>
          <a:xfrm>
            <a:off x="6898005" y="1866463"/>
            <a:ext cx="1402080" cy="1292662"/>
          </a:xfrm>
          <a:prstGeom prst="rect">
            <a:avLst/>
          </a:prstGeom>
          <a:noFill/>
        </p:spPr>
        <p:txBody>
          <a:bodyPr wrap="square" rtlCol="0">
            <a:spAutoFit/>
          </a:bodyPr>
          <a:lstStyle/>
          <a:p>
            <a:pPr algn="ctr"/>
            <a:r>
              <a:rPr lang="en-IN" sz="2000" dirty="0">
                <a:latin typeface="Bodoni MT" panose="02070603080606020203" pitchFamily="18" charset="0"/>
              </a:rPr>
              <a:t>Real-time PRN Inquiry</a:t>
            </a:r>
          </a:p>
          <a:p>
            <a:endParaRPr lang="en-IN" dirty="0"/>
          </a:p>
        </p:txBody>
      </p:sp>
      <p:sp>
        <p:nvSpPr>
          <p:cNvPr id="12" name="TextBox 11">
            <a:extLst>
              <a:ext uri="{FF2B5EF4-FFF2-40B4-BE49-F238E27FC236}">
                <a16:creationId xmlns:a16="http://schemas.microsoft.com/office/drawing/2014/main" id="{B570F29E-FC30-A4CA-0754-792225CF283B}"/>
              </a:ext>
            </a:extLst>
          </p:cNvPr>
          <p:cNvSpPr txBox="1"/>
          <p:nvPr/>
        </p:nvSpPr>
        <p:spPr>
          <a:xfrm>
            <a:off x="9400223" y="1947743"/>
            <a:ext cx="1767840" cy="1292662"/>
          </a:xfrm>
          <a:prstGeom prst="rect">
            <a:avLst/>
          </a:prstGeom>
          <a:noFill/>
        </p:spPr>
        <p:txBody>
          <a:bodyPr wrap="square" rtlCol="0">
            <a:spAutoFit/>
          </a:bodyPr>
          <a:lstStyle/>
          <a:p>
            <a:r>
              <a:rPr lang="en-IN" sz="2000" dirty="0">
                <a:latin typeface="Bodoni MT" panose="02070603080606020203" pitchFamily="18" charset="0"/>
              </a:rPr>
              <a:t>Food And Catering Orders</a:t>
            </a:r>
          </a:p>
          <a:p>
            <a:endParaRPr lang="en-IN" dirty="0"/>
          </a:p>
        </p:txBody>
      </p:sp>
    </p:spTree>
    <p:extLst>
      <p:ext uri="{BB962C8B-B14F-4D97-AF65-F5344CB8AC3E}">
        <p14:creationId xmlns:p14="http://schemas.microsoft.com/office/powerpoint/2010/main" val="3306488066"/>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00379B9-9FA1-88DC-D7EF-728A17C1D436}"/>
              </a:ext>
            </a:extLst>
          </p:cNvPr>
          <p:cNvPicPr>
            <a:picLocks noChangeAspect="1"/>
          </p:cNvPicPr>
          <p:nvPr/>
        </p:nvPicPr>
        <p:blipFill>
          <a:blip r:embed="rId3"/>
          <a:stretch>
            <a:fillRect/>
          </a:stretch>
        </p:blipFill>
        <p:spPr>
          <a:xfrm>
            <a:off x="30480" y="0"/>
            <a:ext cx="12131040" cy="6858000"/>
          </a:xfrm>
          <a:prstGeom prst="rect">
            <a:avLst/>
          </a:prstGeom>
        </p:spPr>
      </p:pic>
      <p:graphicFrame>
        <p:nvGraphicFramePr>
          <p:cNvPr id="21" name="Table 20">
            <a:extLst>
              <a:ext uri="{FF2B5EF4-FFF2-40B4-BE49-F238E27FC236}">
                <a16:creationId xmlns:a16="http://schemas.microsoft.com/office/drawing/2014/main" id="{0FEA1D61-5CEC-9FE5-D6DF-E8C80BA8AF55}"/>
              </a:ext>
            </a:extLst>
          </p:cNvPr>
          <p:cNvGraphicFramePr>
            <a:graphicFrameLocks noGrp="1"/>
          </p:cNvGraphicFramePr>
          <p:nvPr>
            <p:extLst>
              <p:ext uri="{D42A27DB-BD31-4B8C-83A1-F6EECF244321}">
                <p14:modId xmlns:p14="http://schemas.microsoft.com/office/powerpoint/2010/main" val="1824377737"/>
              </p:ext>
            </p:extLst>
          </p:nvPr>
        </p:nvGraphicFramePr>
        <p:xfrm>
          <a:off x="301752" y="649224"/>
          <a:ext cx="5068447" cy="4142230"/>
        </p:xfrm>
        <a:graphic>
          <a:graphicData uri="http://schemas.openxmlformats.org/drawingml/2006/table">
            <a:tbl>
              <a:tblPr firstRow="1" bandRow="1">
                <a:tableStyleId>{5C22544A-7EE6-4342-B048-85BDC9FD1C3A}</a:tableStyleId>
              </a:tblPr>
              <a:tblGrid>
                <a:gridCol w="5068447">
                  <a:extLst>
                    <a:ext uri="{9D8B030D-6E8A-4147-A177-3AD203B41FA5}">
                      <a16:colId xmlns:a16="http://schemas.microsoft.com/office/drawing/2014/main" val="1229743639"/>
                    </a:ext>
                  </a:extLst>
                </a:gridCol>
              </a:tblGrid>
              <a:tr h="710761">
                <a:tc>
                  <a:txBody>
                    <a:bodyPr/>
                    <a:lstStyle/>
                    <a:p>
                      <a:pPr algn="ctr"/>
                      <a:r>
                        <a:rPr lang="en-US" sz="3200" dirty="0">
                          <a:latin typeface="Bodoni MT" panose="02070603080606020203" pitchFamily="18" charset="0"/>
                        </a:rPr>
                        <a:t>Problems</a:t>
                      </a:r>
                      <a:endParaRPr lang="en-IN" sz="3200" dirty="0">
                        <a:latin typeface="Bodoni MT" panose="02070603080606020203" pitchFamily="18" charset="0"/>
                      </a:endParaRPr>
                    </a:p>
                  </a:txBody>
                  <a:tcPr>
                    <a:solidFill>
                      <a:srgbClr val="CC0000"/>
                    </a:solidFill>
                  </a:tcPr>
                </a:tc>
                <a:extLst>
                  <a:ext uri="{0D108BD9-81ED-4DB2-BD59-A6C34878D82A}">
                    <a16:rowId xmlns:a16="http://schemas.microsoft.com/office/drawing/2014/main" val="2328051262"/>
                  </a:ext>
                </a:extLst>
              </a:tr>
              <a:tr h="3431469">
                <a:tc>
                  <a:txBody>
                    <a:bodyPr/>
                    <a:lstStyle/>
                    <a:p>
                      <a:pPr marL="285750" indent="-285750">
                        <a:buFont typeface="Arial" panose="020B0604020202020204" pitchFamily="34" charset="0"/>
                        <a:buChar char="•"/>
                      </a:pPr>
                      <a:r>
                        <a:rPr lang="en-IN" b="1" dirty="0">
                          <a:latin typeface="Bodoni MT" panose="02070603080606020203" pitchFamily="18" charset="0"/>
                        </a:rPr>
                        <a:t>High Transactions</a:t>
                      </a:r>
                      <a:r>
                        <a:rPr lang="en-IN" dirty="0">
                          <a:latin typeface="Bodoni MT" panose="02070603080606020203" pitchFamily="18" charset="0"/>
                        </a:rPr>
                        <a:t> – Millions of queries (Tatkal) cause delays &amp; locks.</a:t>
                      </a:r>
                    </a:p>
                    <a:p>
                      <a:pPr marL="285750" indent="-285750">
                        <a:buFont typeface="Arial" panose="020B0604020202020204" pitchFamily="34" charset="0"/>
                        <a:buChar char="•"/>
                      </a:pPr>
                      <a:r>
                        <a:rPr lang="en-US" b="1" dirty="0">
                          <a:latin typeface="Bodoni MT" panose="02070603080606020203" pitchFamily="18" charset="0"/>
                        </a:rPr>
                        <a:t>Real-Time Updates</a:t>
                      </a:r>
                      <a:r>
                        <a:rPr lang="en-US" dirty="0">
                          <a:latin typeface="Bodoni MT" panose="02070603080606020203" pitchFamily="18" charset="0"/>
                        </a:rPr>
                        <a:t> – PNR, train status, seat allocation slow queries.</a:t>
                      </a:r>
                    </a:p>
                    <a:p>
                      <a:pPr marL="285750" indent="-285750">
                        <a:buFont typeface="Arial" panose="020B0604020202020204" pitchFamily="34" charset="0"/>
                        <a:buChar char="•"/>
                      </a:pPr>
                      <a:r>
                        <a:rPr lang="en-IN" b="1" dirty="0">
                          <a:latin typeface="Bodoni MT" panose="02070603080606020203" pitchFamily="18" charset="0"/>
                        </a:rPr>
                        <a:t>Complex Reservations</a:t>
                      </a:r>
                      <a:r>
                        <a:rPr lang="en-IN" dirty="0">
                          <a:latin typeface="Bodoni MT" panose="02070603080606020203" pitchFamily="18" charset="0"/>
                        </a:rPr>
                        <a:t> – Multiple quotas make rules complicated.</a:t>
                      </a:r>
                    </a:p>
                    <a:p>
                      <a:pPr marL="285750" indent="-285750">
                        <a:buFont typeface="Arial" panose="020B0604020202020204" pitchFamily="34" charset="0"/>
                        <a:buChar char="•"/>
                      </a:pPr>
                      <a:r>
                        <a:rPr lang="en-US" b="1" dirty="0">
                          <a:latin typeface="Bodoni MT" panose="02070603080606020203" pitchFamily="18" charset="0"/>
                        </a:rPr>
                        <a:t>Payments &amp; Refunds</a:t>
                      </a:r>
                      <a:r>
                        <a:rPr lang="en-US" dirty="0">
                          <a:latin typeface="Bodoni MT" panose="02070603080606020203" pitchFamily="18" charset="0"/>
                        </a:rPr>
                        <a:t> – Cancellations &amp; refunds need strong consistency.</a:t>
                      </a:r>
                    </a:p>
                    <a:p>
                      <a:pPr marL="285750" indent="-285750">
                        <a:buFont typeface="Arial" panose="020B0604020202020204" pitchFamily="34" charset="0"/>
                        <a:buChar char="•"/>
                      </a:pPr>
                      <a:r>
                        <a:rPr lang="en-US" b="1" dirty="0">
                          <a:latin typeface="Bodoni MT" panose="02070603080606020203" pitchFamily="18" charset="0"/>
                        </a:rPr>
                        <a:t>Security &amp; Fraud</a:t>
                      </a:r>
                      <a:r>
                        <a:rPr lang="en-US" dirty="0">
                          <a:latin typeface="Bodoni MT" panose="02070603080606020203" pitchFamily="18" charset="0"/>
                        </a:rPr>
                        <a:t> – SQL injection, fake bookings, misuse of quotas.</a:t>
                      </a:r>
                      <a:endParaRPr lang="en-IN" dirty="0">
                        <a:latin typeface="Bodoni MT" panose="02070603080606020203" pitchFamily="18" charset="0"/>
                      </a:endParaRPr>
                    </a:p>
                  </a:txBody>
                  <a:tcPr>
                    <a:solidFill>
                      <a:schemeClr val="accent2">
                        <a:lumMod val="60000"/>
                        <a:lumOff val="40000"/>
                      </a:schemeClr>
                    </a:solidFill>
                  </a:tcPr>
                </a:tc>
                <a:extLst>
                  <a:ext uri="{0D108BD9-81ED-4DB2-BD59-A6C34878D82A}">
                    <a16:rowId xmlns:a16="http://schemas.microsoft.com/office/drawing/2014/main" val="2722714232"/>
                  </a:ext>
                </a:extLst>
              </a:tr>
            </a:tbl>
          </a:graphicData>
        </a:graphic>
      </p:graphicFrame>
      <p:graphicFrame>
        <p:nvGraphicFramePr>
          <p:cNvPr id="22" name="Table 21">
            <a:extLst>
              <a:ext uri="{FF2B5EF4-FFF2-40B4-BE49-F238E27FC236}">
                <a16:creationId xmlns:a16="http://schemas.microsoft.com/office/drawing/2014/main" id="{B553064D-17B4-C1BF-A465-3B6E17CB5F9A}"/>
              </a:ext>
            </a:extLst>
          </p:cNvPr>
          <p:cNvGraphicFramePr>
            <a:graphicFrameLocks noGrp="1"/>
          </p:cNvGraphicFramePr>
          <p:nvPr>
            <p:extLst>
              <p:ext uri="{D42A27DB-BD31-4B8C-83A1-F6EECF244321}">
                <p14:modId xmlns:p14="http://schemas.microsoft.com/office/powerpoint/2010/main" val="3856552564"/>
              </p:ext>
            </p:extLst>
          </p:nvPr>
        </p:nvGraphicFramePr>
        <p:xfrm>
          <a:off x="6821804" y="649226"/>
          <a:ext cx="5068444" cy="4142230"/>
        </p:xfrm>
        <a:graphic>
          <a:graphicData uri="http://schemas.openxmlformats.org/drawingml/2006/table">
            <a:tbl>
              <a:tblPr firstRow="1" bandRow="1">
                <a:tableStyleId>{08FB837D-C827-4EFA-A057-4D05807E0F7C}</a:tableStyleId>
              </a:tblPr>
              <a:tblGrid>
                <a:gridCol w="5068444">
                  <a:extLst>
                    <a:ext uri="{9D8B030D-6E8A-4147-A177-3AD203B41FA5}">
                      <a16:colId xmlns:a16="http://schemas.microsoft.com/office/drawing/2014/main" val="796241852"/>
                    </a:ext>
                  </a:extLst>
                </a:gridCol>
              </a:tblGrid>
              <a:tr h="650433">
                <a:tc>
                  <a:txBody>
                    <a:bodyPr/>
                    <a:lstStyle/>
                    <a:p>
                      <a:pPr algn="ctr"/>
                      <a:r>
                        <a:rPr lang="en-US" sz="3200" dirty="0">
                          <a:latin typeface="Bodoni MT" panose="02070603080606020203" pitchFamily="18" charset="0"/>
                        </a:rPr>
                        <a:t>Solutions</a:t>
                      </a:r>
                      <a:endParaRPr lang="en-IN" sz="3200" dirty="0">
                        <a:latin typeface="Bodoni MT" panose="02070603080606020203" pitchFamily="18" charset="0"/>
                      </a:endParaRPr>
                    </a:p>
                  </a:txBody>
                  <a:tcPr/>
                </a:tc>
                <a:extLst>
                  <a:ext uri="{0D108BD9-81ED-4DB2-BD59-A6C34878D82A}">
                    <a16:rowId xmlns:a16="http://schemas.microsoft.com/office/drawing/2014/main" val="2483567623"/>
                  </a:ext>
                </a:extLst>
              </a:tr>
              <a:tr h="3491797">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kern="1200" dirty="0">
                          <a:solidFill>
                            <a:schemeClr val="dk1"/>
                          </a:solidFill>
                          <a:effectLst/>
                          <a:latin typeface="Bodoni MT" panose="02070603080606020203" pitchFamily="18" charset="0"/>
                        </a:rPr>
                        <a:t>Database partitioning, indexing, caching for load balancing.</a:t>
                      </a:r>
                      <a:endParaRPr lang="en-IN" dirty="0">
                        <a:latin typeface="Bodoni MT" panose="02070603080606020203" pitchFamily="18" charset="0"/>
                      </a:endParaRPr>
                    </a:p>
                    <a:p>
                      <a:pPr marL="285750" indent="-285750">
                        <a:buFont typeface="Arial" panose="020B0604020202020204" pitchFamily="34" charset="0"/>
                        <a:buChar char="•"/>
                      </a:pPr>
                      <a:r>
                        <a:rPr lang="en-IN" sz="1800" kern="1200" dirty="0">
                          <a:solidFill>
                            <a:schemeClr val="dk1"/>
                          </a:solidFill>
                          <a:effectLst/>
                          <a:latin typeface="Bodoni MT" panose="02070603080606020203" pitchFamily="18" charset="0"/>
                        </a:rPr>
                        <a:t>Real-time data pipelines, APIs, and materialized views for faster access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kern="1200" dirty="0">
                          <a:solidFill>
                            <a:schemeClr val="dk1"/>
                          </a:solidFill>
                          <a:effectLst/>
                          <a:latin typeface="Bodoni MT" panose="02070603080606020203" pitchFamily="18" charset="0"/>
                        </a:rPr>
                        <a:t>Stored procedures, triggers, and automated seat allocation algorithms.</a:t>
                      </a:r>
                      <a:endParaRPr lang="en-IN" dirty="0">
                        <a:latin typeface="Bodoni MT" panose="02070603080606020203"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kern="1200" dirty="0">
                          <a:solidFill>
                            <a:schemeClr val="dk1"/>
                          </a:solidFill>
                          <a:effectLst/>
                          <a:latin typeface="Bodoni MT" panose="02070603080606020203" pitchFamily="18" charset="0"/>
                        </a:rPr>
                        <a:t>Transaction management with ACID compliance and SQL retry mechanisms.</a:t>
                      </a:r>
                      <a:endParaRPr lang="en-IN" dirty="0">
                        <a:latin typeface="Bodoni MT" panose="02070603080606020203"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kern="1200" dirty="0">
                          <a:solidFill>
                            <a:schemeClr val="dk1"/>
                          </a:solidFill>
                          <a:effectLst/>
                          <a:latin typeface="Bodoni MT" panose="02070603080606020203" pitchFamily="18" charset="0"/>
                        </a:rPr>
                        <a:t>Parameterized queries, encryption, and role-based access control</a:t>
                      </a:r>
                      <a:r>
                        <a:rPr lang="en-IN" sz="1800" kern="1200" dirty="0">
                          <a:solidFill>
                            <a:schemeClr val="dk1"/>
                          </a:solidFill>
                          <a:effectLst/>
                        </a:rPr>
                        <a:t>.</a:t>
                      </a:r>
                      <a:endParaRPr lang="en-IN" dirty="0"/>
                    </a:p>
                    <a:p>
                      <a:endParaRPr lang="en-IN" dirty="0"/>
                    </a:p>
                  </a:txBody>
                  <a:tcPr/>
                </a:tc>
                <a:extLst>
                  <a:ext uri="{0D108BD9-81ED-4DB2-BD59-A6C34878D82A}">
                    <a16:rowId xmlns:a16="http://schemas.microsoft.com/office/drawing/2014/main" val="1507227302"/>
                  </a:ext>
                </a:extLst>
              </a:tr>
            </a:tbl>
          </a:graphicData>
        </a:graphic>
      </p:graphicFrame>
      <p:pic>
        <p:nvPicPr>
          <p:cNvPr id="13" name="Picture 12">
            <a:extLst>
              <a:ext uri="{FF2B5EF4-FFF2-40B4-BE49-F238E27FC236}">
                <a16:creationId xmlns:a16="http://schemas.microsoft.com/office/drawing/2014/main" id="{08D4ECD3-E8BA-9D1F-DAFC-DA0B7D84F8C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875" r="98672">
                        <a14:foregroundMark x1="2266" y1="80556" x2="33594" y2="74722"/>
                        <a14:foregroundMark x1="33594" y1="74722" x2="35000" y2="73194"/>
                        <a14:foregroundMark x1="14766" y1="79167" x2="15547" y2="84861"/>
                        <a14:foregroundMark x1="5859" y1="87500" x2="2031" y2="88056"/>
                        <a14:foregroundMark x1="64766" y1="70694" x2="68203" y2="75417"/>
                        <a14:foregroundMark x1="68203" y1="75417" x2="73672" y2="78889"/>
                        <a14:foregroundMark x1="73672" y1="78889" x2="79453" y2="77361"/>
                        <a14:foregroundMark x1="15547" y1="85000" x2="15547" y2="85000"/>
                        <a14:foregroundMark x1="16016" y1="85417" x2="16016" y2="85417"/>
                        <a14:foregroundMark x1="85547" y1="78889" x2="85547" y2="78889"/>
                        <a14:foregroundMark x1="84688" y1="83333" x2="84688" y2="83333"/>
                        <a14:foregroundMark x1="84531" y1="85278" x2="84531" y2="85278"/>
                        <a14:foregroundMark x1="90313" y1="80833" x2="90313" y2="80833"/>
                        <a14:foregroundMark x1="90313" y1="80833" x2="98672" y2="81528"/>
                      </a14:backgroundRemoval>
                    </a14:imgEffect>
                  </a14:imgLayer>
                </a14:imgProps>
              </a:ext>
            </a:extLst>
          </a:blip>
          <a:stretch>
            <a:fillRect/>
          </a:stretch>
        </p:blipFill>
        <p:spPr>
          <a:xfrm>
            <a:off x="301752" y="1682496"/>
            <a:ext cx="11588496" cy="4764024"/>
          </a:xfrm>
          <a:prstGeom prst="rect">
            <a:avLst/>
          </a:prstGeom>
        </p:spPr>
      </p:pic>
      <p:cxnSp>
        <p:nvCxnSpPr>
          <p:cNvPr id="16" name="Connector: Elbow 15">
            <a:extLst>
              <a:ext uri="{FF2B5EF4-FFF2-40B4-BE49-F238E27FC236}">
                <a16:creationId xmlns:a16="http://schemas.microsoft.com/office/drawing/2014/main" id="{588F6B84-8C03-9D73-01AC-D048244DFF76}"/>
              </a:ext>
            </a:extLst>
          </p:cNvPr>
          <p:cNvCxnSpPr>
            <a:cxnSpLocks/>
          </p:cNvCxnSpPr>
          <p:nvPr/>
        </p:nvCxnSpPr>
        <p:spPr>
          <a:xfrm flipV="1">
            <a:off x="5303520" y="2788920"/>
            <a:ext cx="1518283" cy="155448"/>
          </a:xfrm>
          <a:prstGeom prst="bentConnector3">
            <a:avLst>
              <a:gd name="adj1" fmla="val 50000"/>
            </a:avLst>
          </a:prstGeom>
          <a:ln>
            <a:headEnd type="arrow" w="med" len="med"/>
            <a:tailEnd type="arrow"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997234101"/>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92B542-4AE3-EF71-6E75-908DE4837002}"/>
              </a:ext>
            </a:extLst>
          </p:cNvPr>
          <p:cNvPicPr>
            <a:picLocks noChangeAspect="1"/>
          </p:cNvPicPr>
          <p:nvPr/>
        </p:nvPicPr>
        <p:blipFill>
          <a:blip r:embed="rId2"/>
          <a:stretch>
            <a:fillRect/>
          </a:stretch>
        </p:blipFill>
        <p:spPr>
          <a:xfrm>
            <a:off x="30480" y="0"/>
            <a:ext cx="12131040" cy="6858000"/>
          </a:xfrm>
          <a:prstGeom prst="rect">
            <a:avLst/>
          </a:prstGeom>
        </p:spPr>
      </p:pic>
      <p:sp>
        <p:nvSpPr>
          <p:cNvPr id="2" name="Title 1">
            <a:extLst>
              <a:ext uri="{FF2B5EF4-FFF2-40B4-BE49-F238E27FC236}">
                <a16:creationId xmlns:a16="http://schemas.microsoft.com/office/drawing/2014/main" id="{D752F1BA-3A4D-9461-F972-FF9586B48F98}"/>
              </a:ext>
            </a:extLst>
          </p:cNvPr>
          <p:cNvSpPr>
            <a:spLocks noGrp="1"/>
          </p:cNvSpPr>
          <p:nvPr>
            <p:ph type="title" idx="4294967295"/>
          </p:nvPr>
        </p:nvSpPr>
        <p:spPr>
          <a:xfrm>
            <a:off x="733646" y="101600"/>
            <a:ext cx="2881423" cy="1054100"/>
          </a:xfrm>
        </p:spPr>
        <p:txBody>
          <a:bodyPr/>
          <a:lstStyle/>
          <a:p>
            <a:r>
              <a:rPr lang="en-IN" dirty="0">
                <a:latin typeface="Bodoni MT" panose="02070603080606020203" pitchFamily="18" charset="0"/>
              </a:rPr>
              <a:t>Strengths</a:t>
            </a:r>
            <a:r>
              <a:rPr lang="en-IN" dirty="0">
                <a:latin typeface="Bahnschrift Light SemiCondensed" panose="020B0502040204020203" pitchFamily="34" charset="0"/>
              </a:rPr>
              <a:t>:</a:t>
            </a:r>
          </a:p>
        </p:txBody>
      </p:sp>
      <p:graphicFrame>
        <p:nvGraphicFramePr>
          <p:cNvPr id="5" name="Diagram 4">
            <a:extLst>
              <a:ext uri="{FF2B5EF4-FFF2-40B4-BE49-F238E27FC236}">
                <a16:creationId xmlns:a16="http://schemas.microsoft.com/office/drawing/2014/main" id="{F49B0C53-7122-92EB-D9CD-EFD6A1995308}"/>
              </a:ext>
            </a:extLst>
          </p:cNvPr>
          <p:cNvGraphicFramePr/>
          <p:nvPr>
            <p:extLst>
              <p:ext uri="{D42A27DB-BD31-4B8C-83A1-F6EECF244321}">
                <p14:modId xmlns:p14="http://schemas.microsoft.com/office/powerpoint/2010/main" val="3158152960"/>
              </p:ext>
            </p:extLst>
          </p:nvPr>
        </p:nvGraphicFramePr>
        <p:xfrm>
          <a:off x="1214120" y="1378585"/>
          <a:ext cx="9763760" cy="49206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raphic 5" descr="Speaker phone with solid fill">
            <a:extLst>
              <a:ext uri="{FF2B5EF4-FFF2-40B4-BE49-F238E27FC236}">
                <a16:creationId xmlns:a16="http://schemas.microsoft.com/office/drawing/2014/main" id="{323934A2-9C3F-C080-1937-C249F21B2AB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13536" y="5395976"/>
            <a:ext cx="831088" cy="831088"/>
          </a:xfrm>
          <a:prstGeom prst="rect">
            <a:avLst/>
          </a:prstGeom>
        </p:spPr>
      </p:pic>
      <p:pic>
        <p:nvPicPr>
          <p:cNvPr id="8" name="Graphic 7" descr="Money with solid fill">
            <a:extLst>
              <a:ext uri="{FF2B5EF4-FFF2-40B4-BE49-F238E27FC236}">
                <a16:creationId xmlns:a16="http://schemas.microsoft.com/office/drawing/2014/main" id="{D1326CB0-16D2-6207-EF36-1ECD6871104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73936" y="4765040"/>
            <a:ext cx="536448" cy="408051"/>
          </a:xfrm>
          <a:prstGeom prst="rect">
            <a:avLst/>
          </a:prstGeom>
        </p:spPr>
      </p:pic>
      <p:pic>
        <p:nvPicPr>
          <p:cNvPr id="10" name="Graphic 9" descr="Checklist with solid fill">
            <a:extLst>
              <a:ext uri="{FF2B5EF4-FFF2-40B4-BE49-F238E27FC236}">
                <a16:creationId xmlns:a16="http://schemas.microsoft.com/office/drawing/2014/main" id="{8C903A64-CDF7-4028-8404-47280EA19F5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969008" y="3984371"/>
            <a:ext cx="542544" cy="557784"/>
          </a:xfrm>
          <a:prstGeom prst="rect">
            <a:avLst/>
          </a:prstGeom>
        </p:spPr>
      </p:pic>
      <p:pic>
        <p:nvPicPr>
          <p:cNvPr id="12" name="Graphic 11" descr="Bar chart with solid fill">
            <a:extLst>
              <a:ext uri="{FF2B5EF4-FFF2-40B4-BE49-F238E27FC236}">
                <a16:creationId xmlns:a16="http://schemas.microsoft.com/office/drawing/2014/main" id="{88C70149-DF08-515F-2133-27306FAB937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913636" y="3170174"/>
            <a:ext cx="653288" cy="557784"/>
          </a:xfrm>
          <a:prstGeom prst="rect">
            <a:avLst/>
          </a:prstGeom>
        </p:spPr>
      </p:pic>
      <p:pic>
        <p:nvPicPr>
          <p:cNvPr id="14" name="Graphic 13" descr="Meeting with solid fill">
            <a:extLst>
              <a:ext uri="{FF2B5EF4-FFF2-40B4-BE49-F238E27FC236}">
                <a16:creationId xmlns:a16="http://schemas.microsoft.com/office/drawing/2014/main" id="{2E0521C5-F43E-291A-5BFE-6CDDFCF7CD0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69364" y="2345310"/>
            <a:ext cx="541020" cy="620352"/>
          </a:xfrm>
          <a:prstGeom prst="rect">
            <a:avLst/>
          </a:prstGeom>
        </p:spPr>
      </p:pic>
      <p:pic>
        <p:nvPicPr>
          <p:cNvPr id="16" name="Graphic 15" descr="Run with solid fill">
            <a:extLst>
              <a:ext uri="{FF2B5EF4-FFF2-40B4-BE49-F238E27FC236}">
                <a16:creationId xmlns:a16="http://schemas.microsoft.com/office/drawing/2014/main" id="{5EDC2BF4-C66C-7A0A-91D6-A9C3D533BAE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293368" y="1580960"/>
            <a:ext cx="651256" cy="662094"/>
          </a:xfrm>
          <a:prstGeom prst="rect">
            <a:avLst/>
          </a:prstGeom>
        </p:spPr>
      </p:pic>
    </p:spTree>
    <p:extLst>
      <p:ext uri="{BB962C8B-B14F-4D97-AF65-F5344CB8AC3E}">
        <p14:creationId xmlns:p14="http://schemas.microsoft.com/office/powerpoint/2010/main" val="1729733496"/>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5A02CD-51B8-19FD-2A80-38981C40B588}"/>
              </a:ext>
            </a:extLst>
          </p:cNvPr>
          <p:cNvPicPr>
            <a:picLocks noChangeAspect="1"/>
          </p:cNvPicPr>
          <p:nvPr/>
        </p:nvPicPr>
        <p:blipFill>
          <a:blip r:embed="rId2"/>
          <a:stretch>
            <a:fillRect/>
          </a:stretch>
        </p:blipFill>
        <p:spPr>
          <a:xfrm>
            <a:off x="30480" y="0"/>
            <a:ext cx="12131040" cy="6858000"/>
          </a:xfrm>
          <a:prstGeom prst="rect">
            <a:avLst/>
          </a:prstGeom>
        </p:spPr>
      </p:pic>
      <p:sp>
        <p:nvSpPr>
          <p:cNvPr id="2" name="Title 1">
            <a:extLst>
              <a:ext uri="{FF2B5EF4-FFF2-40B4-BE49-F238E27FC236}">
                <a16:creationId xmlns:a16="http://schemas.microsoft.com/office/drawing/2014/main" id="{FF76A311-8571-EA8B-7D90-E8CB40784DEC}"/>
              </a:ext>
            </a:extLst>
          </p:cNvPr>
          <p:cNvSpPr>
            <a:spLocks noGrp="1"/>
          </p:cNvSpPr>
          <p:nvPr>
            <p:ph type="title" idx="4294967295"/>
          </p:nvPr>
        </p:nvSpPr>
        <p:spPr>
          <a:xfrm>
            <a:off x="676657" y="484631"/>
            <a:ext cx="2871216" cy="1005841"/>
          </a:xfrm>
        </p:spPr>
        <p:txBody>
          <a:bodyPr/>
          <a:lstStyle/>
          <a:p>
            <a:r>
              <a:rPr lang="en-IN" dirty="0">
                <a:latin typeface="Bodoni MT" panose="02070603080606020203" pitchFamily="18" charset="0"/>
              </a:rPr>
              <a:t>Takeaways</a:t>
            </a:r>
          </a:p>
        </p:txBody>
      </p:sp>
      <p:graphicFrame>
        <p:nvGraphicFramePr>
          <p:cNvPr id="5" name="Diagram 4">
            <a:extLst>
              <a:ext uri="{FF2B5EF4-FFF2-40B4-BE49-F238E27FC236}">
                <a16:creationId xmlns:a16="http://schemas.microsoft.com/office/drawing/2014/main" id="{51D81DF6-1F22-7486-4D5E-CD99BA3CBF08}"/>
              </a:ext>
            </a:extLst>
          </p:cNvPr>
          <p:cNvGraphicFramePr/>
          <p:nvPr>
            <p:extLst>
              <p:ext uri="{D42A27DB-BD31-4B8C-83A1-F6EECF244321}">
                <p14:modId xmlns:p14="http://schemas.microsoft.com/office/powerpoint/2010/main" val="2010519079"/>
              </p:ext>
            </p:extLst>
          </p:nvPr>
        </p:nvGraphicFramePr>
        <p:xfrm>
          <a:off x="588579" y="1608083"/>
          <a:ext cx="11035862" cy="48847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0139865"/>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FD7420C-F282-F803-27AF-CF273FDFDDB0}"/>
              </a:ext>
            </a:extLst>
          </p:cNvPr>
          <p:cNvPicPr>
            <a:picLocks noChangeAspect="1"/>
          </p:cNvPicPr>
          <p:nvPr/>
        </p:nvPicPr>
        <p:blipFill>
          <a:blip r:embed="rId2"/>
          <a:stretch>
            <a:fillRect/>
          </a:stretch>
        </p:blipFill>
        <p:spPr>
          <a:xfrm>
            <a:off x="30480" y="0"/>
            <a:ext cx="12131040" cy="6858000"/>
          </a:xfrm>
          <a:prstGeom prst="rect">
            <a:avLst/>
          </a:prstGeom>
        </p:spPr>
      </p:pic>
      <p:pic>
        <p:nvPicPr>
          <p:cNvPr id="9" name="Picture 8">
            <a:extLst>
              <a:ext uri="{FF2B5EF4-FFF2-40B4-BE49-F238E27FC236}">
                <a16:creationId xmlns:a16="http://schemas.microsoft.com/office/drawing/2014/main" id="{B4CCCB15-47AA-B35B-8FE4-C5BF12263080}"/>
              </a:ext>
            </a:extLst>
          </p:cNvPr>
          <p:cNvPicPr>
            <a:picLocks noChangeAspect="1"/>
          </p:cNvPicPr>
          <p:nvPr/>
        </p:nvPicPr>
        <p:blipFill>
          <a:blip r:embed="rId3"/>
          <a:stretch>
            <a:fillRect/>
          </a:stretch>
        </p:blipFill>
        <p:spPr>
          <a:xfrm>
            <a:off x="30480" y="0"/>
            <a:ext cx="12161520" cy="6858000"/>
          </a:xfrm>
          <a:prstGeom prst="rect">
            <a:avLst/>
          </a:prstGeom>
        </p:spPr>
      </p:pic>
    </p:spTree>
    <p:extLst>
      <p:ext uri="{BB962C8B-B14F-4D97-AF65-F5344CB8AC3E}">
        <p14:creationId xmlns:p14="http://schemas.microsoft.com/office/powerpoint/2010/main" val="1766037771"/>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3414</TotalTime>
  <Words>822</Words>
  <Application>Microsoft Office PowerPoint</Application>
  <PresentationFormat>Widescreen</PresentationFormat>
  <Paragraphs>82</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Bahnschrift Light SemiCondensed</vt:lpstr>
      <vt:lpstr>Baskerville Old Face</vt:lpstr>
      <vt:lpstr>Bodoni MT</vt:lpstr>
      <vt:lpstr>Calibri</vt:lpstr>
      <vt:lpstr>Calibri Light</vt:lpstr>
      <vt:lpstr>Office 2013 - 2022 Theme</vt:lpstr>
      <vt:lpstr>Ever Wondered How Millions Book Train Tickets in Seconds?</vt:lpstr>
      <vt:lpstr>Overview of the Railway Industry: </vt:lpstr>
      <vt:lpstr>PowerPoint Presentation</vt:lpstr>
      <vt:lpstr> SQL Queries for IRCTC Database</vt:lpstr>
      <vt:lpstr>PowerPoint Presentation</vt:lpstr>
      <vt:lpstr>  Technology Framework:</vt:lpstr>
      <vt:lpstr> </vt:lpstr>
      <vt:lpstr>PowerPoint Presentation</vt:lpstr>
      <vt:lpstr>Strengths:</vt:lpstr>
      <vt:lpstr>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 Wondered How Millions Book Train Tickets in Seconds?</dc:title>
  <dc:creator>Kirti Mandare</dc:creator>
  <cp:lastModifiedBy>sakship112233@gmail.com</cp:lastModifiedBy>
  <cp:revision>5</cp:revision>
  <dcterms:created xsi:type="dcterms:W3CDTF">2025-09-15T08:05:29Z</dcterms:created>
  <dcterms:modified xsi:type="dcterms:W3CDTF">2025-09-25T11:31:23Z</dcterms:modified>
</cp:coreProperties>
</file>